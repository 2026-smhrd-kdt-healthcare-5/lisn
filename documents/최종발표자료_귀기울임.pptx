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GLOBEM 수면·걸음 피처로 LightGBM 분류기를 학습했습니다. 참가자 단위 분할(GroupKFold)로 평가했습니다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 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ROC-AUC 0.528. 표본 탓인지 확인하려 LifeSnaps(63명·2290일·피처 65개)로 20회 반복했더니 감정 7종이 0.479~0.540 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근거를 갖고 채택하지 않았습니다. 개인 기준선 이탈 탐지로 전환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 검증하고 채택하지 않았습니다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표본을 40명에서 63명으로, 피처를 8개에서 65개로 늘려도 결과가 같았습니다. 정작 잡아야 할 SAD(0.485)·TENSE(0.497)가 무작위 이하였습니다. 정신건강 서비스에서 근거 없는 분류기를 쓰는 쪽이 더 위험하다고 판단해, 감정 코드는 학습된 분류기가 아니라 이탈 정도를 표시하는 규칙 기반 산출값으로 두었습니다.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2026-08-24T11:59:02Z</dcterms:created>
  <dcterms:modified xsi:type="dcterms:W3CDTF">2026-08-24T11:59:02Z</dcterms:modified>
</cp:coreProperties>
</file>