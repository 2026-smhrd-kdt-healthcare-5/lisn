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감지하고도 놓치는 구조 · 먼저 다가가는 설계 · 3분 시연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설계와 구현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서버 분리 · 이탈 탐지 · 위기 탐지 2단계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확장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보안 설계 · 다음 단계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쌓이는 데이터, 열리지 않는 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Connect·화면 사용 시간을 앱이 자동으로 읽어 보냅니다.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앱을 열기 전에 먼저 닿는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설계와 구현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둘로 나눈 서버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127248" y="199339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걸음·수면·심박·앱 사용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 앱 사용 지표도 같은 경로로 보냅니다 — 패키지명 없이 집계값만 씁니다.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NCP + Docker Compose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대신 개인 기준선 이탈 탐지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학습된 집계로 교체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「상위 3개 평균 ÷ 4.0」이라는 임의 집계식을 로지스틱 회귀로 바꿨습니다. 입력은 하나도 늘리지 않았습니다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참가자 내부 AUC 0.609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기존 규칙 0.491 → 학습된 집계 0.609. 이득 +0.115[+0.056,+0.176]. 62명·4086표본, 참가자 분할 + 중첩 교차검증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브리프 지정 방법도 비교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Isolation Forest(전역 0.473·개인별 0.494) 등 6종을 같은 조건에서 재보고, 저희 방식이 유의하게 나아 채택했습니다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분류하는 게 아닙니다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바뀐 것은 지표를 합치는 방식뿐입니다. 개인 기준선 대비 이탈 지표 7개를 하나의 점수로 합치는 방법을 데이터로 정한 것이고, 감정 코드는 여전히 이탈 정도를 표시하는 산출값입니다. model_version 이 hybrid- 로 시작하면 이 집계가 관여한 것이고, rule- 이면 기존 규칙 그대로입니다.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48640" y="6108192"/>
            <a:ext cx="11064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같은 데이터로 70%를 보고한 선행연구를 재현하니, 그 지표의 기준선이 66.7%였습니다 — ai/train/eval_replicate_paper.py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 2단계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NEXT STEPS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확장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증명된 수치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348건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131 · AI 30 · 앱 173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사람부터 보이는 관제 화면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Users\smhrd1\Desktop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 대신 위험도 기반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1874520"/>
            <a:ext cx="329184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가능한 부분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Connect·앱 사용 로그 실기기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19019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19019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예정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783080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에뮬레이터에서 워커 동작까지 확인했습니다. 실기기만 확보되면 바로 검증합니다.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441448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 확장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5603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5603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반영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441448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패키지가 HealthKit도 감쌉니다. 수집 계층을 그대로 재사용할 수 있게 설계했습니다.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99816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099816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확장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2186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2186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099816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평가셋 211건 기준입니다. 새 문장을 더해 일반화를 재검증합니다.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58184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3758184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모델 표본 확대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3877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3877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3758184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 분야 표본 중앙값이 60.5명인데 저희는 62명입니다. 표본을 더 늘려 재검증합니다.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16552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4416552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미탐 6건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5354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5354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분석 완료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416552"/>
            <a:ext cx="6492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있습니다. 이 패턴군을 다음 개선 대상으로 잡았습니다.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2026-08-25T03:51:22Z</dcterms:created>
  <dcterms:modified xsi:type="dcterms:W3CDTF">2026-08-25T03:51:22Z</dcterms:modified>
</cp:coreProperties>
</file>