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답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먼저 다가감»으로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도달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넣었습니다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"밀어 올리는"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전화·주민번호·이메일,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2026-08-22T04:06:10Z</dcterms:created>
  <dcterms:modified xsi:type="dcterms:W3CDTF">2026-08-22T04:06:10Z</dcterms:modified>
</cp:coreProperties>
</file>