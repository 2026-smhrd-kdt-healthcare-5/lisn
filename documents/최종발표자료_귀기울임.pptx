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사용자는 앱을 열지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관리자는 위험한 사람부터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부분은 그대로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2026-08-22T06:55:00Z</dcterms:created>
  <dcterms:modified xsi:type="dcterms:W3CDTF">2026-08-22T06:55:00Z</dcterms:modified>
</cp:coreProperties>
</file>