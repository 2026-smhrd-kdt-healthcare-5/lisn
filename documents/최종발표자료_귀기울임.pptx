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설계와 구현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확장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다음 단계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쌓이는 데이터, 열리지 않는 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앱을 열기 전에 먼저 닿는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설계와 구현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둘로 나눈 서버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NCP + Docker Compose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대신 개인 기준선 이탈 탐지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검증했더니 ROC-AUC 0.528, 무작위 수준이었습니다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 2단계 구조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NEXT STEPS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확장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증명된 수치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332건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131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위험한 사람부터 보이는 관제 화면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 대신 위험도 기반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1874520"/>
            <a:ext cx="3291840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0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가능한 부분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예정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에뮬레이터에서 워커 동작까지 확인했습니다. 실기기만 확보되면 바로 검증합니다.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 확장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반영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패키지가 HealthKit도 감쌉니다. 수집 계층을 그대로 재사용할 수 있게 설계했습니다.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확장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평가셋 211건 기준입니다. 새 문장을 더해 일반화를 재검증합니다.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미탐 6건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분석 완료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있습니다. 이 패턴군을 다음 개선 대상으로 잡았습니다.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2026-08-24T11:35:02Z</dcterms:created>
  <dcterms:modified xsi:type="dcterms:W3CDTF">2026-08-24T11:35:02Z</dcterms:modified>
</cp:coreProperties>
</file>