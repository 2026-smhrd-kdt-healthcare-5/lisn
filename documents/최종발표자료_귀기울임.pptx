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답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케어»로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사용자에게 닿습니다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넣었습니다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"밀어 올리는"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전화·주민번호·이메일,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2026-08-22T04:57:21Z</dcterms:created>
  <dcterms:modified xsi:type="dcterms:W3CDTF">2026-08-22T04:57:21Z</dcterms:modified>
</cp:coreProperties>
</file>