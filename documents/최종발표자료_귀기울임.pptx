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앱은 열리지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앱을 열 힘조차 없습니다. 감지해 놓고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케어»로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기준선 이탈 탐지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케어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추천부터, 필요하면 시스템이 먼저 말을 거는 대화까지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사용자에게 닿습니다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알림을 콘텐츠 알림과 따로 동의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담음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"먼저 보내는" 구조 — 서버가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"왜 서버가 가져오지 않나요?"의 답 — 못 하는 것이지 안 한 것이 아닙니다.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 — ROC-AUC 0.528 (무작위 수준)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문장의 맥락을 읽어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병렬로 돌리되, CRITICAL이면 생성된 응답을 폐기합니다. 그래서 스트리밍을 쓰지 않습니다 — 판정 전에 흘린 글자는 회수할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경고색을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유발합니다.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없으면 "정상"이라 하지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 —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관제 웹 — 담당자의 눈으로 본 위험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전체 사용자의 정상·주의·심각 비율을 한눈에 확인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 확인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시계열로 추적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안 했나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것을 그대로 말씀드립니다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 자체가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주기 실행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게 아니라 macOS·Xcode·Apple 계정 등 장비·일정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 대한 값입니다. 새 문장으로 재검증하지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남은 미탐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2026-08-22T05:22:30Z</dcterms:created>
  <dcterms:modified xsi:type="dcterms:W3CDTF">2026-08-22T05:22:30Z</dcterms:modified>
</cp:coreProperties>
</file>