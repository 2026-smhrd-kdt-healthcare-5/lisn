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해결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귀기울임인가 · 먼저 다가간다는 것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만들었나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아키텍처 · AI 판단 방식 · 안전 설계 · 보안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한계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못 한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해결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데이터는 쌓이는데, 사용자는 앱을 열지 않습니다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사용자가 앱을 열 힘조차 없습니다. 감지해 놓고도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선제 접촉»으로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Connect로 걸음·수면·심박·HRV를 앱이 읽어 서버로 보냅니다. 사용자가 입력할 것이 없습니다.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평소와 얼마나 다른가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접촉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추천에서 그치지 않고, 필요하면 시스템이 먼저 말을 거는 선제 접촉까지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앱을 열기 전에, 먼저 다가갑니다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선생성 → FCM 푸시 · 홈 카드 · 배너로 먼저 말을 겁니다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그래서 장치를 마련했습니다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알림은 콘텐츠 알림과 따로 동의받습니다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보류합니다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담습니다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9064" y="1636776"/>
            <a:ext cx="7973568" cy="4533138"/>
          </a:xfrm>
          <a:prstGeom prst="roundRect">
            <a:avLst>
              <a:gd name="adj" fmla="val 161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228600" dist="63500" dir="5400000">
              <a:srgbClr val="1B2547">
                <a:alpha val="12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63928" y="1691640"/>
            <a:ext cx="7863840" cy="4423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어떻게 만들었나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서버를 둘로 나눴나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310128" y="199339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pPr indent="0" marL="0">
              <a:buNone/>
            </a:pP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먼저 보내고, 서버는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서버가 안 가져오는 것이 아니라, 가져올 수가 없습니다.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pPr indent="0" marL="0">
              <a:buNone/>
            </a:pP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로컬 데모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모델은 검증하고 접었습니다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라벨이 붙은 데이터로 분류 모델을 학습하려 했습니다</a:t>
            </a:r>
            <a:endParaRPr lang="en-US" sz="11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국내 라벨 데이터셋을 구하지 못해 공개 데이터(GLOBEM)로 검증했더니 ROC-AUC 0.528, 무작위 수준이었습니다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 기준선 이탈 탐지로 방향을 바꿨습니다 — 중앙값·MAD robust z, 지표 7개 중 2개 이상 이탈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"감정을 분석·분류합니다"라고 말하지 않는 이유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코드는 이탈 정도를 표시하는 규칙 기반 산출값입니다. 학습된 분류기가 정한 값이 아니라, 코드에서 model_version이 "rule-"로 시작하는 것이 그 표시입니다. 대신 그 사람 본인의 평소와 비교하는 개인 기준선 이탈 탐지로 실제 서비스를 완성했습니다.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탐지는 2단계입니다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 맥락까지 읽어 더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동시에 돌리지만, CRITICAL이면 만들어 둔 응답을 버립니다. 그래서 스트리밍을 쓰지 않습니다. 판정 전에 흘려보낸 글자는 되돌릴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경고색은 쓰지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부릅니다.  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없다고 "정상"이라 하지도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끊습니다.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LIMITS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한계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증명한 것만 남겼습니다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319건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118 · AI 22 · 앱 165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관리자는 위험한 사람부터 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52400" dist="50800" dir="5400000">
              <a:srgbClr val="1B2547">
                <a:alpha val="12000"/>
              </a:srgbClr>
            </a:outerShdw>
          </a:effectLst>
        </p:spPr>
      </p:sp>
      <p:pic>
        <p:nvPicPr>
          <p:cNvPr id="5" name="Image 0" descr="C:\project\LISN\docs\design\ADMIN_DASH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안정·주의·심각이 각각 몇 명인지 한눈에 봅니다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이력을 확인합니다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시간순으로 따라갑니다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암호화"가 아니라 위험도 기반입니다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시에만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전화·주민번호·이메일을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20848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하지 않았나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46720" y="2487168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46720" y="361188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3" name="Text 31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HONEST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못 한 부분은 그대로 말씀드리겠습니다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 실기기 검증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20208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20208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8745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에뮬레이터에는 Health Connect가 없어 워커 동작만 확인했습니다.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5877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미수신 감지 스케줄러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734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734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58775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NFR-DV-002 의 3시간 미갱신 감지입니다. 이걸 주기적으로 돌려 줄 주체를 아직 두지 않았습니다.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00984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0098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4472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4472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제외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30098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기술적으로 불가능한 것은 아닙니다. macOS·Xcode·Apple 계정 등 장비와 일정 문제입니다.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0142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인프라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41605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41605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미정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40142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지금은 로컬 데모 구조입니다. 클라우드 배포는 다음 단계 과제입니다.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727448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72744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평가셋 holdout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703320" y="4873752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7" name="Text 25"/>
          <p:cNvSpPr/>
          <p:nvPr/>
        </p:nvSpPr>
        <p:spPr>
          <a:xfrm>
            <a:off x="3703320" y="487375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없음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37760" y="472744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이 평가셋 211건에서 나온 값입니다. 새 문장으로는 다시 검증하지 않았습니다.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440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놓친 6건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703320" y="558698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32" name="Text 30"/>
          <p:cNvSpPr/>
          <p:nvPr/>
        </p:nvSpPr>
        <p:spPr>
          <a:xfrm>
            <a:off x="3703320" y="558698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완료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37760" y="544068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있고, 문장 하나만으로는 사람도 라벨이 갈립니다.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2026-08-22T07:07:16Z</dcterms:created>
  <dcterms:modified xsi:type="dcterms:W3CDTF">2026-08-22T07:07:16Z</dcterms:modified>
</cp:coreProperties>
</file>