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만들었나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한계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못 한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데이터는 쌓이는데, 앱은 열리지 않습니다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앱을 열 힘조차 없습니다. 감지해 놓고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케어»로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기준선 이탈 탐지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케어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추천부터, 필요하면 시스템이 먼저 말을 거는 대화까지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앱을 열기 전에, 먼저 다가갑니다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선생성 → FCM 푸시 · 홈 카드 · 배너로 사용자에게 닿습니다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알림을 콘텐츠 알림과 따로 동의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담음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서버를 둘로 나눴나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"먼저 보내는" 구조 — 서버가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"왜 서버가 가져오지 않나요?"의 답 — 못 하는 것이지 안 한 것이 아닙니다.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로컬 데모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모델은 검증하고 접었습니다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 — ROC-AUC 0.528 (무작위 수준)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탐지는 2단계입니다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문장의 맥락을 읽어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병렬로 돌리되, CRITICAL이면 생성된 응답을 폐기합니다. 그래서 스트리밍을 쓰지 않습니다 — 판정 전에 흘린 글자는 회수할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경고색을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유발합니다.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없으면 "정상"이라 하지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 —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LIMITS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한계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증명한 것만 남겼습니다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319건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118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관제 웹 — 담당자의 눈으로 본 위험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전체 사용자의 정상·주의·심각 비율을 한눈에 확인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 확인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시계열로 추적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암호화"가 아니라 위험도 기반입니다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안 했나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46720" y="2487168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46720" y="36118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못 한 것을 그대로 말씀드립니다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 검증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에뮬레이터에는 Health Connect 자체가 없어 워커 동작만 확인했습니다.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미수신 감지 스케줄러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NFR-DV-002 의 3시간 미갱신 감지입니다. 주기 실행 주체를 아직 두지 않았습니다.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제외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기술적으로 불가능한 게 아니라 macOS·Xcode·Apple 계정 등 장비·일정 문제입니다.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인프라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미정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지금은 로컬 데모 구조입니다. 클라우드 배포는 다음 단계 과제입니다.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727448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27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holdout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8737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8737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7274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이 평가셋 211건에 대한 값입니다. 새 문장으로 재검증하지 않았습니다.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440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남은 미탐 6건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03320" y="558698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32" name="Text 30"/>
          <p:cNvSpPr/>
          <p:nvPr/>
        </p:nvSpPr>
        <p:spPr>
          <a:xfrm>
            <a:off x="3703320" y="558698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완료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있고, 문장 하나로는 사람도 라벨이 갈립니다.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2026-08-22T05:09:18Z</dcterms:created>
  <dcterms:modified xsi:type="dcterms:W3CDTF">2026-08-22T05:09:18Z</dcterms:modified>
</cp:coreProperties>
</file>