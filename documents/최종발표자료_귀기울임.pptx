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DemiLight" panose="020B0200000000000000" pitchFamily="50" charset="-127"/>
      <p:regular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1329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답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먼저 다가감»으로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도달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넣었습니다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228600" dist="635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"밀어 올리는"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27000" dist="38100" dir="5400000" algn="bl" rotWithShape="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blurRad="152400" dist="50800" dir="5400000" algn="bl" rotWithShape="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전화·주민번호·이메일,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1212</Words>
  <Application>Microsoft Office PowerPoint</Application>
  <PresentationFormat>와이드스크린</PresentationFormat>
  <Paragraphs>235</Paragraphs>
  <Slides>16</Slides>
  <Notes>16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Noto Sans KR Black</vt:lpstr>
      <vt:lpstr>Noto Sans KR DemiLight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smhrd1</cp:lastModifiedBy>
  <cp:revision>2</cp:revision>
  <dcterms:created xsi:type="dcterms:W3CDTF">2026-08-22T04:06:10Z</dcterms:created>
  <dcterms:modified xsi:type="dcterms:W3CDTF">2026-08-24T02:26:16Z</dcterms:modified>
</cp:coreProperties>
</file>