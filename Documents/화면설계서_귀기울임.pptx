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6" r:id="rId5"/>
    <p:sldId id="259" r:id="rId6"/>
    <p:sldId id="267" r:id="rId7"/>
    <p:sldId id="260" r:id="rId8"/>
    <p:sldId id="261" r:id="rId9"/>
    <p:sldId id="262" r:id="rId10"/>
    <p:sldId id="271" r:id="rId11"/>
    <p:sldId id="263" r:id="rId12"/>
    <p:sldId id="264" r:id="rId13"/>
    <p:sldId id="265" r:id="rId14"/>
    <p:sldId id="269" r:id="rId15"/>
    <p:sldId id="270" r:id="rId16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1104" y="72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782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4058" y="19050"/>
            <a:ext cx="2361084" cy="5109629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동의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약관(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 모두 동의 시 활성화되어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9950" y="23711"/>
            <a:ext cx="2349934" cy="5085498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067300" y="13229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067300" y="18122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067300" y="214947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067300" y="24828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067300" y="28162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067300" y="34213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6844394" y="1802765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50002" y="26035"/>
            <a:ext cx="2349831" cy="508527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➑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048250" y="1246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048250" y="179324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048250" y="23399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048250" y="2873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048250" y="33686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048250" y="39166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581775" y="124671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13715" y="15620"/>
            <a:ext cx="2355301" cy="5097114"/>
          </a:xfrm>
          <a:prstGeom prst="rect">
            <a:avLst/>
          </a:prstGeom>
        </p:spPr>
      </p:pic>
      <p:pic>
        <p:nvPicPr>
          <p:cNvPr id="285" name="그림 28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213715" y="11430"/>
            <a:ext cx="2355302" cy="509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-캐릭터 카드를 물리적으로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스와이프 형식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선택하는 UI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스한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공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감정 경청 및 따뜻한 위로 중심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현실적인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조언형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객관적 상황 분석 및 문제 해결 중심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 버튼을 통해 실시간 대화 및 대화 기록 조회 화면으로 이동(MAIN_CHAT_02)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59059" y="28575"/>
            <a:ext cx="2362358" cy="5112385"/>
          </a:xfrm>
          <a:prstGeom prst="rect">
            <a:avLst/>
          </a:prstGeom>
        </p:spPr>
      </p:pic>
      <p:pic>
        <p:nvPicPr>
          <p:cNvPr id="312" name="그림 3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345940" y="28575"/>
            <a:ext cx="2363673" cy="5115230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4167187" y="2121535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565106" y="212153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4320733" y="360489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16" name="직사각형 315"/>
          <p:cNvSpPr/>
          <p:nvPr/>
        </p:nvSpPr>
        <p:spPr>
          <a:xfrm>
            <a:off x="4953000" y="4343400"/>
            <a:ext cx="412750" cy="234950"/>
          </a:xfrm>
          <a:prstGeom prst="rect">
            <a:avLst/>
          </a:prstGeom>
          <a:solidFill>
            <a:schemeClr val="lt1"/>
          </a:solidFill>
          <a:ln>
            <a:solidFill>
              <a:schemeClr val="l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9337" y="19050"/>
            <a:ext cx="2369899" cy="512870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091792" y="4155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282537" y="94189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2593" y="19050"/>
            <a:ext cx="2364648" cy="51173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체중·체지방·근육량·기초대사량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9442" y="19050"/>
            <a:ext cx="2370951" cy="513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 표시, 항목별(활동량·수면·체성분)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토글. 해제 시 추천 푸시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페르소나 변경: 현재 챗봇 성격 표시, 선택 시 성격 선택 화면(MAIN_CHAT_01)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 버튼: 세션(JWT) 무효화 후 로그인 화면(MAIN_LOGIN_01)으로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알림, 페르소나를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1458</Words>
  <Application>Microsoft Office PowerPoint</Application>
  <PresentationFormat>A4 용지(210x297mm)</PresentationFormat>
  <Paragraphs>331</Paragraphs>
  <Slides>15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Malgun Gothic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cp:revision>29</cp:revision>
  <dcterms:modified xsi:type="dcterms:W3CDTF">2026-07-31T08:39:29Z</dcterms:modified>
  <cp:version/>
</cp:coreProperties>
</file>