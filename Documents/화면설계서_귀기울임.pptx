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6" r:id="rId5"/>
    <p:sldId id="259" r:id="rId6"/>
    <p:sldId id="267" r:id="rId7"/>
    <p:sldId id="260" r:id="rId8"/>
    <p:sldId id="272" r:id="rId22"/>
    <p:sldId id="261" r:id="rId9"/>
    <p:sldId id="262" r:id="rId10"/>
    <p:sldId id="271" r:id="rId11"/>
    <p:sldId id="263" r:id="rId12"/>
    <p:sldId id="264" r:id="rId13"/>
    <p:sldId id="265" r:id="rId14"/>
    <p:sldId id="269" r:id="rId15"/>
    <p:sldId id="273" r:id="rId23"/>
    <p:sldId id="270" r:id="rId16"/>
    <p:sldId id="274" r:id="rId24"/>
    <p:sldId id="275" r:id="rId25"/>
    <p:sldId id="276" r:id="rId26"/>
    <p:sldId id="277" r:id="rId27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1104" y="72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782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서비스 이용약관 · 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개인정보 수집·이용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민감정보(생체·건강) 수집 동의: 별도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 · ❻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 모두 동의 시 기본정보 입력 단계로 이동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184743" y="105043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184743" y="1416548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184743" y="16697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184743" y="191995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184743" y="265219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184743" y="306102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7183136" y="1416548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성별, 키(선택)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❽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184743" y="961951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184743" y="1651473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184743" y="2344046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184743" y="2804744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184743" y="3262391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184743" y="372614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984822" y="961951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96" name="가로 글상자 296"/>
          <p:cNvSpPr txBox="1"/>
          <p:nvPr/>
        </p:nvSpPr>
        <p:spPr>
          <a:xfrm>
            <a:off x="5184743" y="4110563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❽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따스한 공감형 : 감정 경청 및 따뜻한 위로 중심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현실적인 조언형 : 객관적 상황 분석 및 문제 해결 중심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시작: 실시간 대화 화면(MAIN_CHAT_02)으로 이동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최근 대화한 성격이 기본 표시되며 「최근 대화」 배지로 구분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5269278" y="152549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367631" y="15254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5269278" y="427137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184743" y="472381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137371" y="5581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마음 상태: 상태 안내 문구와 정서 점수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체중·체지방·근육량·기초대사량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여부, 항목별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로그아웃: 세션 무효화 후 로그인 화면(MAIN_LOGIN_01) 복귀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/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/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알림을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가입 시 사용한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인증 메일 발송: 재설정 링크·인증 코드 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발송 안내: 미가입 이메일도 동일 문구, 실제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새 비밀번호 입력창: 새 비밀번호·확인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재설정 완료: 비밀번호 갱신 후 MAIN_LOGIN_01 이동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비밀번호 재설정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비밀번호 분실 시 이메일 인증을 통해 새 비밀번호로 재설정하는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로그인/비밀번호 찾기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기간: 주·월·직접 지정 전환. 변경 시 재조회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감정 변화 곡선: 기간별 감정 스코어 추이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 단계 분포: 안정·주의·심각 단계 비율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결합 차트: 감정 추이와 수면·활동량 동일 시간축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종합 요약 문구·PDF 내보내기 버튼 제공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MAIN_REPORT_01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정서 리포트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본인의 기간별 감정 위험도 스코어 추이와 라이프로그 변화를 대시보드로 조회하고 PDF로 내보내는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라이프로그/정서 리포트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정보: 이메일, 이름, 가입일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변경: 현재 비밀번호 확인 후 변경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회원 탈퇴: 탈퇴 절차 시작. 비밀번호 재입력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삭제 범위 안내: 라이프로그·체성분·대화·분석·기기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최종 확인 후 탈퇴 처리, MAIN_LOGIN_01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MAIN_SETTING_02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관리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MLCM_103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계정 정보를 확인하고 회원 탈퇴를 처리하는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설정/계정 관리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상태 안내: 도움이 필요한 신호가 감지되었음을 안내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긴급 상담 연결: 109 자살예방상담전화 통화 연결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개인정보 안내: 전화 앱만 실행, 분석 데이터 미전송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닫기: 이전 화면 복귀. 판정 이력은 기록됨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노출 중 힐링 콘텐츠 추천은 표시하지 않음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MAIN_EMERGENCY_01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긴급 상담 연결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정서 위험도가 CRITICAL로 판정된 경우 콘텐츠 추천을 중단하고 전문 상담기관 직통 연결을 안내하는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(전역 · CRITICAL 판정 시 자동 노출)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관리자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로그인 버튼: 인증 성공 시 ADMIN_DASH_01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권한이 아니면 접근 불가 안내 노출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/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/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ADMIN_LOGIN_01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로그인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관제 대시보드에 접근하기 위해 로그인하는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위험도 분포 요약: 안정·주의·심각 인원수 집계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~❸ 조회 조건: 위험도 필터, 이름·이메일 검색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목록: 심각·주의 우선 정렬, 평가일시·점수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상세: 기간별 감정 스코어·라이프로그 차트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❻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위기 사건 조회 · ❼ 관리자 권한 계정만 접근 가능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ADMIN_DASH_01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관제 대시보드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전체 사용자의 위험도 분포를 요약 조회하고 고위험군을 우선 식별하는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관제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1458</Words>
  <Application>Microsoft Office PowerPoint</Application>
  <PresentationFormat>A4 용지(210x297mm)</PresentationFormat>
  <Paragraphs>331</Paragraphs>
  <Slides>15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Malgun Gothic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cp:revision>29</cp:revision>
  <dcterms:modified xsi:type="dcterms:W3CDTF">2026-07-31T08:39:29Z</dcterms:modified>
  <cp:version/>
</cp:coreProperties>
</file>