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66" r:id="rId6"/>
    <p:sldId id="259" r:id="rId7"/>
    <p:sldId id="267" r:id="rId8"/>
    <p:sldId id="260" r:id="rId9"/>
    <p:sldId id="261" r:id="rId10"/>
    <p:sldId id="262" r:id="rId11"/>
    <p:sldId id="271" r:id="rId12"/>
    <p:sldId id="263" r:id="rId13"/>
    <p:sldId id="264" r:id="rId14"/>
    <p:sldId id="265" r:id="rId15"/>
    <p:sldId id="269" r:id="rId16"/>
    <p:sldId id="270" r:id="rId17"/>
  </p:sldIdLst>
  <p:sldSz cx="9906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0" y="0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presProps" Target="presProps.xml"  /><Relationship Id="rId19" Type="http://schemas.openxmlformats.org/officeDocument/2006/relationships/viewProps" Target="viewProps.xml"  /><Relationship Id="rId2" Type="http://schemas.openxmlformats.org/officeDocument/2006/relationships/notesMaster" Target="notesMasters/notesMaster1.xml"  /><Relationship Id="rId20" Type="http://schemas.openxmlformats.org/officeDocument/2006/relationships/theme" Target="theme/theme1.xml"  /><Relationship Id="rId21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5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7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8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/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2"/>
          <p:cNvSpPr txBox="1"/>
          <p:nvPr>
            <p:ph idx="1" type="subTitle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3"/>
          <p:cNvSpPr txBox="1"/>
          <p:nvPr>
            <p:ph idx="1" type="body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3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/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4"/>
          <p:cNvSpPr txBox="1"/>
          <p:nvPr>
            <p:ph idx="1" type="body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4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4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" type="body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5"/>
          <p:cNvSpPr txBox="1"/>
          <p:nvPr>
            <p:ph idx="2" type="body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5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5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/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" type="body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6"/>
          <p:cNvSpPr txBox="1"/>
          <p:nvPr>
            <p:ph idx="2" type="body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6"/>
          <p:cNvSpPr txBox="1"/>
          <p:nvPr>
            <p:ph idx="3" type="body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6"/>
          <p:cNvSpPr txBox="1"/>
          <p:nvPr>
            <p:ph idx="4" type="body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6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6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7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7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8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" type="body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9"/>
          <p:cNvSpPr txBox="1"/>
          <p:nvPr>
            <p:ph idx="2" type="body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9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9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/>
          <p:nvPr>
            <p:ph idx="2" type="pic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/>
          <p:nvPr>
            <p:ph idx="1" type="body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0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0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1"/>
          <p:cNvSpPr txBox="1"/>
          <p:nvPr>
            <p:ph idx="1" type="body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1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/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2"/>
          <p:cNvSpPr txBox="1"/>
          <p:nvPr>
            <p:ph idx="1" type="body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1"/>
          <p:cNvSpPr txBox="1"/>
          <p:nvPr>
            <p:ph idx="1" type="body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1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1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1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8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0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1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ko-KR" sz="20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ko-KR" sz="20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  <a:endParaRPr 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2026. 07. 2</a:t>
            </a:r>
            <a:r>
              <a:rPr lang="en-US" alt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cap="flat" cmpd="sng" w="190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/>
                <a:gridCol w="1000125"/>
                <a:gridCol w="4419600"/>
                <a:gridCol w="1247775"/>
                <a:gridCol w="1247775"/>
              </a:tblGrid>
              <a:tr h="337825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8" name="Google Shape;108;p3"/>
          <p:cNvCxnSpPr/>
          <p:nvPr/>
        </p:nvCxnSpPr>
        <p:spPr>
          <a:xfrm flipH="1" rot="10800000">
            <a:off x="8672195" y="2929255"/>
            <a:ext cx="635" cy="173609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flipH="1" rot="5400000">
            <a:off x="6462493" y="1070390"/>
            <a:ext cx="699900" cy="3717600"/>
          </a:xfrm>
          <a:prstGeom prst="bentConnector3">
            <a:avLst>
              <a:gd fmla="val 5002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2" name="Google Shape;112;p3"/>
          <p:cNvCxnSpPr/>
          <p:nvPr/>
        </p:nvCxnSpPr>
        <p:spPr>
          <a:xfrm flipH="1" rot="10800000">
            <a:off x="2660015" y="2926715"/>
            <a:ext cx="635" cy="181483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3" name="Google Shape;113;p3"/>
          <p:cNvCxnSpPr/>
          <p:nvPr/>
        </p:nvCxnSpPr>
        <p:spPr>
          <a:xfrm flipH="1" rot="10800000">
            <a:off x="4159249" y="2926715"/>
            <a:ext cx="635" cy="231521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cap="flat" cmpd="sng" w="190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cap="flat" cmpd="sng" w="28575">
            <a:solidFill>
              <a:srgbClr val="0090D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cap="flat" cmpd="sng" w="12700">
              <a:solidFill>
                <a:srgbClr val="0090D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cap="flat" cmpd="sng" w="28575">
              <a:solidFill>
                <a:srgbClr val="0090D0"/>
              </a:solidFill>
              <a:prstDash val="dash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cap="flat" cmpd="sng" w="28575">
            <a:solidFill>
              <a:srgbClr val="0090D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fmla="val 5002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3539251" y="178847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66566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585686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693227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prstName"/>
          <p:cNvCxnSpPr/>
          <p:nvPr/>
        </p:nvCxnSpPr>
        <p:spPr>
          <a:xfrm rot="16200000" flipH="1">
            <a:off x="4014668" y="5474851"/>
            <a:ext cx="476250" cy="87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71341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1" name="prstName"/>
          <p:cNvSpPr/>
          <p:nvPr/>
        </p:nvSpPr>
        <p:spPr>
          <a:xfrm>
            <a:off x="3538855" y="274097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2" name="prstName"/>
          <p:cNvCxnSpPr/>
          <p:nvPr/>
        </p:nvCxnSpPr>
        <p:spPr>
          <a:xfrm rot="5400000">
            <a:off x="4063126" y="4475162"/>
            <a:ext cx="3810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16200000" flipH="1">
            <a:off x="4062731" y="3788730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4062490" y="2549842"/>
            <a:ext cx="381000" cy="127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66566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78872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55026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318801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prstName"/>
          <p:cNvCxnSpPr/>
          <p:nvPr/>
        </p:nvCxnSpPr>
        <p:spPr>
          <a:xfrm rot="10800000">
            <a:off x="1727835" y="4474946"/>
            <a:ext cx="2095500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890670" y="5293679"/>
            <a:ext cx="167640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0800000">
            <a:off x="1710055" y="6141402"/>
            <a:ext cx="144780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141402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4855527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498784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546910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59795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sp>
        <p:nvSpPr>
          <p:cNvPr id="27" name="TextBox"/>
          <p:cNvSpPr txBox="1"/>
          <p:nvPr/>
        </p:nvSpPr>
        <p:spPr>
          <a:xfrm>
            <a:off x="4967737" y="5979300"/>
            <a:ext cx="45275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28" name="TextBox"/>
          <p:cNvSpPr txBox="1"/>
          <p:nvPr/>
        </p:nvSpPr>
        <p:spPr>
          <a:xfrm>
            <a:off x="3987297" y="3979050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29" name="TextBox"/>
          <p:cNvSpPr txBox="1"/>
          <p:nvPr/>
        </p:nvSpPr>
        <p:spPr>
          <a:xfrm>
            <a:off x="3770376" y="363638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78872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1400"/>
              <a:t>NO</a:t>
            </a:r>
            <a:endParaRPr lang="en-US" altLang="ko-KR" sz="1400"/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7343140" y="134969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답변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출력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/>
          <p:nvPr/>
        </p:nvCxnSpPr>
        <p:spPr>
          <a:xfrm flipV="1">
            <a:off x="6390640" y="1587817"/>
            <a:ext cx="95250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/>
          <p:nvPr/>
        </p:nvCxnSpPr>
        <p:spPr>
          <a:xfrm rot="16200000" flipH="1">
            <a:off x="6832480" y="3146226"/>
            <a:ext cx="2450467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/>
          <p:nvPr/>
        </p:nvCxnSpPr>
        <p:spPr>
          <a:xfrm>
            <a:off x="5648959" y="4350702"/>
            <a:ext cx="240982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125217" y="5640210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65108"/>
            <a:ext cx="4311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125217" y="2016265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5" name="TextBox"/>
          <p:cNvSpPr txBox="1"/>
          <p:nvPr/>
        </p:nvSpPr>
        <p:spPr>
          <a:xfrm>
            <a:off x="5995416" y="1406898"/>
            <a:ext cx="4311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6" name="prstName"/>
          <p:cNvCxnSpPr>
            <a:stCxn id="32" idx="2"/>
          </p:cNvCxnSpPr>
          <p:nvPr/>
        </p:nvCxnSpPr>
        <p:spPr>
          <a:xfrm rot="5400000">
            <a:off x="3704655" y="5850630"/>
            <a:ext cx="13620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 rot="0"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4058" y="19050"/>
            <a:ext cx="2361084" cy="5109629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동의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약관에 대한 상세내용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약관(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 모두 동의 시 활성화되어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9950" y="23711"/>
            <a:ext cx="2349934" cy="5085498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067300" y="13229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067300" y="18122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067300" y="214947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067300" y="24828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067300" y="28162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067300" y="34213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6844394" y="1802765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50002" y="26035"/>
            <a:ext cx="2349831" cy="508527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endParaRPr lang="en-US" alt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➑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 rot="0"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 rot="0"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 rot="0"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048250" y="1246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048250" y="179324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048250" y="23399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048250" y="2873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048250" y="33686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048250" y="39166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581775" y="124671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 rot="0"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완료 화면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 rot="0"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완료와 동시에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기기를 연동할 수 있는 페이지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 rot="0"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13715" y="15620"/>
            <a:ext cx="2355301" cy="5097114"/>
          </a:xfrm>
          <a:prstGeom prst="rect">
            <a:avLst/>
          </a:prstGeom>
        </p:spPr>
      </p:pic>
      <p:pic>
        <p:nvPicPr>
          <p:cNvPr id="285" name="그림 28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213715" y="11430"/>
            <a:ext cx="2355302" cy="509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-캐릭터 카드를 물리적으로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스와이프 형식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선택하는 UI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스한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공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감정 경청 및 따뜻한 위로 중심 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현실적인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조언형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객관적 상황 분석 및 문제 해결 중심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 버튼을 통해 실시간 대화 및 대화 기록 조회 화면으로 이동(MAIN_CHAT_02)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59059" y="28575"/>
            <a:ext cx="2362358" cy="5112385"/>
          </a:xfrm>
          <a:prstGeom prst="rect">
            <a:avLst/>
          </a:prstGeom>
        </p:spPr>
      </p:pic>
      <p:pic>
        <p:nvPicPr>
          <p:cNvPr id="312" name="그림 3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345940" y="28575"/>
            <a:ext cx="2363673" cy="5115230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4167187" y="2121535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565106" y="212153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4320733" y="360489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16" name="직사각형 315"/>
          <p:cNvSpPr/>
          <p:nvPr/>
        </p:nvSpPr>
        <p:spPr>
          <a:xfrm>
            <a:off x="4953000" y="4343400"/>
            <a:ext cx="412750" cy="234950"/>
          </a:xfrm>
          <a:prstGeom prst="rect">
            <a:avLst/>
          </a:prstGeom>
          <a:solidFill>
            <a:schemeClr val="lt1"/>
          </a:solidFill>
          <a:ln>
            <a:solidFill>
              <a:schemeClr val="l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 rot="0"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b="1"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9337" y="19050"/>
            <a:ext cx="2369899" cy="512870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091792" y="4155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282537" y="94189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 rot="0"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 rot="0"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b="1"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2593" y="19050"/>
            <a:ext cx="2364648" cy="51173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  <a:endPara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 rot="0"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나의 라이프로그 히스토리를 볼 수 있는 화면</a:t>
            </a: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 rot="0"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9442" y="19050"/>
            <a:ext cx="2370951" cy="513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  <a:endPara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 rot="0"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알림과 워치연동 등 </a:t>
            </a: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앱 사용 전반에 대해 설정할 수 있는 화면</a:t>
            </a: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 rot="0"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957</ep:Words>
  <ep:PresentationFormat/>
  <ep:Paragraphs>210</ep:Paragraphs>
  <ep:Slides>15</ep:Slides>
  <ep:Notes>13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ep:HeadingPairs>
  <ep:TitlesOfParts>
    <vt:vector size="16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dcterms:modified xsi:type="dcterms:W3CDTF">2026-07-29T08:14:23.593</dcterms:modified>
  <cp:revision>28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