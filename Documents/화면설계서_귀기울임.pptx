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66" r:id="rId5"/>
    <p:sldId id="259" r:id="rId6"/>
    <p:sldId id="267" r:id="rId7"/>
    <p:sldId id="260" r:id="rId8"/>
    <p:sldId id="272" r:id="rId22"/>
    <p:sldId id="261" r:id="rId9"/>
    <p:sldId id="262" r:id="rId10"/>
    <p:sldId id="271" r:id="rId11"/>
    <p:sldId id="263" r:id="rId12"/>
    <p:sldId id="264" r:id="rId13"/>
    <p:sldId id="265" r:id="rId14"/>
    <p:sldId id="269" r:id="rId15"/>
    <p:sldId id="273" r:id="rId23"/>
    <p:sldId id="270" r:id="rId16"/>
    <p:sldId id="274" r:id="rId24"/>
    <p:sldId id="275" r:id="rId25"/>
    <p:sldId id="276" r:id="rId26"/>
    <p:sldId id="277" r:id="rId27"/>
  </p:sldIdLst>
  <p:sldSz cx="9906000" cy="6858000" type="A4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11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4657D0C9-0EA7-4B0F-8A54-AE788284F10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w="sm" len="sm"/>
              <a:tailEnd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w="sm" len="sm"/>
              <a:tailEnd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w="sm" len="sm"/>
              <a:tailEnd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w="sm" len="sm"/>
              <a:tailEnd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w="sm" len="sm"/>
              <a:tailEnd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w="sm" len="sm"/>
              <a:tailEnd w="sm" len="sm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tcBdr/>
        <a:fill>
          <a:solidFill>
            <a:srgbClr val="CDD4EA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DD4EA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w="sm" len="sm"/>
              <a:tailEnd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w="sm" len="sm"/>
              <a:tailEnd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>
    <p:restoredLeft sz="12579"/>
    <p:restoredTop sz="90000"/>
  </p:normalViewPr>
  <p:slideViewPr>
    <p:cSldViewPr snapToGrid="0" snapToObjects="1">
      <p:cViewPr>
        <p:scale>
          <a:sx n="100" d="100"/>
          <a:sy n="100" d="100"/>
        </p:scale>
        <p:origin x="1104" y="72"/>
      </p:cViewPr>
      <p:guideLst>
        <p:guide orient="horz" pos="2159"/>
        <p:guide pos="311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10" cy="7201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lvl="0">
              <a:defRPr/>
            </a:pPr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lvl="0">
              <a:defRPr/>
            </a:pPr>
            <a:endParaRPr/>
          </a:p>
        </p:txBody>
      </p:sp>
      <p:sp>
        <p:nvSpPr>
          <p:cNvPr id="5" name="Google Shape;5;n"/>
          <p:cNvSpPr>
            <a:spLocks noGrp="1" noRot="1" noChangeAspect="1" noTextEdit="1"/>
          </p:cNvSpPr>
          <p:nvPr>
            <p:ph type="sldImg" idx="3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lvl="0">
              <a:defRPr/>
            </a:pPr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lvl="0">
              <a:defRPr/>
            </a:pPr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ko-KR" sz="1200" b="0" i="0" u="none" strike="noStrike">
                <a:solidFill>
                  <a:schemeClr val="dk1"/>
                </a:solidFill>
                <a:latin typeface="맑은 고딕"/>
                <a:ea typeface="맑은 고딕"/>
                <a:cs typeface="맑은 고딕"/>
                <a:sym typeface="맑은 고딕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‹#›</a:t>
            </a:fld>
            <a:endParaRPr sz="1200" b="0" i="0" u="none" strike="noStrike">
              <a:solidFill>
                <a:schemeClr val="dk1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1200" y="744538"/>
            <a:ext cx="5372100" cy="37195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>
                <a:solidFill>
                  <a:srgbClr val="000000"/>
                </a:solidFill>
              </a:rPr>
              <a:t>2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1200" y="744538"/>
            <a:ext cx="5372100" cy="37195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>
                <a:solidFill>
                  <a:srgbClr val="000000"/>
                </a:solidFill>
              </a:rPr>
              <a:t>3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1200" y="744538"/>
            <a:ext cx="5372100" cy="37195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5" name="Google Shape;15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>
                <a:solidFill>
                  <a:srgbClr val="000000"/>
                </a:solidFill>
              </a:rPr>
              <a:t>5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57" name="Google Shape;257;p7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356323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342" name="Google Shape;342;p1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973980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342" name="Google Shape;342;p1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944662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2"/>
          <p:cNvSpPr txBox="1"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12"/>
          <p:cNvSpPr txBox="1">
            <a:spLocks noGrp="1"/>
          </p:cNvSpPr>
          <p:nvPr>
            <p:ph type="dt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ft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2"/>
          <p:cNvSpPr txBox="1">
            <a:spLocks noGrp="1"/>
          </p:cNvSpPr>
          <p:nvPr>
            <p:ph type="sldNum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3"/>
          <p:cNvSpPr txBox="1"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dt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3"/>
          <p:cNvSpPr txBox="1">
            <a:spLocks noGrp="1"/>
          </p:cNvSpPr>
          <p:nvPr>
            <p:ph type="ft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3"/>
          <p:cNvSpPr txBox="1">
            <a:spLocks noGrp="1"/>
          </p:cNvSpPr>
          <p:nvPr>
            <p:ph type="sldNum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4"/>
          <p:cNvSpPr txBox="1"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4"/>
          <p:cNvSpPr txBox="1">
            <a:spLocks noGrp="1"/>
          </p:cNvSpPr>
          <p:nvPr>
            <p:ph type="dt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4"/>
          <p:cNvSpPr txBox="1">
            <a:spLocks noGrp="1"/>
          </p:cNvSpPr>
          <p:nvPr>
            <p:ph type="ft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4"/>
          <p:cNvSpPr txBox="1">
            <a:spLocks noGrp="1"/>
          </p:cNvSpPr>
          <p:nvPr>
            <p:ph type="sldNum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5"/>
          <p:cNvSpPr txBox="1">
            <a:spLocks noGrp="1"/>
          </p:cNvSpPr>
          <p:nvPr>
            <p:ph type="body" idx="1"/>
          </p:nvPr>
        </p:nvSpPr>
        <p:spPr>
          <a:xfrm>
            <a:off x="681038" y="1825625"/>
            <a:ext cx="421005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5"/>
          <p:cNvSpPr txBox="1">
            <a:spLocks noGrp="1"/>
          </p:cNvSpPr>
          <p:nvPr>
            <p:ph type="body" idx="2"/>
          </p:nvPr>
        </p:nvSpPr>
        <p:spPr>
          <a:xfrm>
            <a:off x="5014913" y="1825625"/>
            <a:ext cx="421005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5"/>
          <p:cNvSpPr txBox="1">
            <a:spLocks noGrp="1"/>
          </p:cNvSpPr>
          <p:nvPr>
            <p:ph type="dt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5"/>
          <p:cNvSpPr txBox="1">
            <a:spLocks noGrp="1"/>
          </p:cNvSpPr>
          <p:nvPr>
            <p:ph type="ft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5"/>
          <p:cNvSpPr txBox="1">
            <a:spLocks noGrp="1"/>
          </p:cNvSpPr>
          <p:nvPr>
            <p:ph type="sldNum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6"/>
          <p:cNvSpPr txBox="1"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6"/>
          <p:cNvSpPr txBox="1">
            <a:spLocks noGrp="1"/>
          </p:cNvSpPr>
          <p:nvPr>
            <p:ph type="body" idx="2"/>
          </p:nvPr>
        </p:nvSpPr>
        <p:spPr>
          <a:xfrm>
            <a:off x="682329" y="2505075"/>
            <a:ext cx="4190702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6"/>
          <p:cNvSpPr txBox="1">
            <a:spLocks noGrp="1"/>
          </p:cNvSpPr>
          <p:nvPr>
            <p:ph type="body" idx="3"/>
          </p:nvPr>
        </p:nvSpPr>
        <p:spPr>
          <a:xfrm>
            <a:off x="5014913" y="1681163"/>
            <a:ext cx="421134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6"/>
          <p:cNvSpPr txBox="1">
            <a:spLocks noGrp="1"/>
          </p:cNvSpPr>
          <p:nvPr>
            <p:ph type="body" idx="4"/>
          </p:nvPr>
        </p:nvSpPr>
        <p:spPr>
          <a:xfrm>
            <a:off x="5014913" y="2505075"/>
            <a:ext cx="4211340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dt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ft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6"/>
          <p:cNvSpPr txBox="1">
            <a:spLocks noGrp="1"/>
          </p:cNvSpPr>
          <p:nvPr>
            <p:ph type="sldNum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7"/>
          <p:cNvSpPr txBox="1">
            <a:spLocks noGrp="1"/>
          </p:cNvSpPr>
          <p:nvPr>
            <p:ph type="dt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7"/>
          <p:cNvSpPr txBox="1">
            <a:spLocks noGrp="1"/>
          </p:cNvSpPr>
          <p:nvPr>
            <p:ph type="ft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7"/>
          <p:cNvSpPr txBox="1">
            <a:spLocks noGrp="1"/>
          </p:cNvSpPr>
          <p:nvPr>
            <p:ph type="sldNum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>
            <a:spLocks noGrp="1"/>
          </p:cNvSpPr>
          <p:nvPr>
            <p:ph type="dt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8"/>
          <p:cNvSpPr txBox="1">
            <a:spLocks noGrp="1"/>
          </p:cNvSpPr>
          <p:nvPr>
            <p:ph type="ft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8"/>
          <p:cNvSpPr txBox="1">
            <a:spLocks noGrp="1"/>
          </p:cNvSpPr>
          <p:nvPr>
            <p:ph type="sldNum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9"/>
          <p:cNvSpPr txBox="1"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9"/>
          <p:cNvSpPr txBox="1">
            <a:spLocks noGrp="1"/>
          </p:cNvSpPr>
          <p:nvPr>
            <p:ph type="body" idx="1"/>
          </p:nvPr>
        </p:nvSpPr>
        <p:spPr>
          <a:xfrm>
            <a:off x="4211340" y="987427"/>
            <a:ext cx="5014913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9"/>
          <p:cNvSpPr txBox="1">
            <a:spLocks noGrp="1"/>
          </p:cNvSpPr>
          <p:nvPr>
            <p:ph type="body" idx="2"/>
          </p:nvPr>
        </p:nvSpPr>
        <p:spPr>
          <a:xfrm>
            <a:off x="682328" y="2057400"/>
            <a:ext cx="3194943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9"/>
          <p:cNvSpPr txBox="1">
            <a:spLocks noGrp="1"/>
          </p:cNvSpPr>
          <p:nvPr>
            <p:ph type="dt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9"/>
          <p:cNvSpPr txBox="1">
            <a:spLocks noGrp="1"/>
          </p:cNvSpPr>
          <p:nvPr>
            <p:ph type="ft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9"/>
          <p:cNvSpPr txBox="1">
            <a:spLocks noGrp="1"/>
          </p:cNvSpPr>
          <p:nvPr>
            <p:ph type="sldNum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0"/>
          <p:cNvSpPr txBox="1"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0"/>
          <p:cNvSpPr>
            <a:spLocks noGrp="1"/>
          </p:cNvSpPr>
          <p:nvPr>
            <p:ph type="pic" idx="2"/>
          </p:nvPr>
        </p:nvSpPr>
        <p:spPr>
          <a:xfrm>
            <a:off x="4211340" y="987427"/>
            <a:ext cx="5014913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0"/>
          <p:cNvSpPr txBox="1">
            <a:spLocks noGrp="1"/>
          </p:cNvSpPr>
          <p:nvPr>
            <p:ph type="body" idx="1"/>
          </p:nvPr>
        </p:nvSpPr>
        <p:spPr>
          <a:xfrm>
            <a:off x="682328" y="2057400"/>
            <a:ext cx="3194943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0"/>
          <p:cNvSpPr txBox="1">
            <a:spLocks noGrp="1"/>
          </p:cNvSpPr>
          <p:nvPr>
            <p:ph type="dt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0"/>
          <p:cNvSpPr txBox="1">
            <a:spLocks noGrp="1"/>
          </p:cNvSpPr>
          <p:nvPr>
            <p:ph type="ft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0"/>
          <p:cNvSpPr txBox="1">
            <a:spLocks noGrp="1"/>
          </p:cNvSpPr>
          <p:nvPr>
            <p:ph type="sldNum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1"/>
          <p:cNvSpPr txBox="1"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1"/>
          <p:cNvSpPr txBox="1">
            <a:spLocks noGrp="1"/>
          </p:cNvSpPr>
          <p:nvPr>
            <p:ph type="body" idx="1"/>
          </p:nvPr>
        </p:nvSpPr>
        <p:spPr>
          <a:xfrm rot="5400000">
            <a:off x="2777332" y="-270668"/>
            <a:ext cx="4351338" cy="8543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1"/>
          <p:cNvSpPr txBox="1">
            <a:spLocks noGrp="1"/>
          </p:cNvSpPr>
          <p:nvPr>
            <p:ph type="dt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ft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1"/>
          <p:cNvSpPr txBox="1">
            <a:spLocks noGrp="1"/>
          </p:cNvSpPr>
          <p:nvPr>
            <p:ph type="sldNum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2"/>
          <p:cNvSpPr txBox="1">
            <a:spLocks noGrp="1"/>
          </p:cNvSpPr>
          <p:nvPr>
            <p:ph type="title"/>
          </p:nvPr>
        </p:nvSpPr>
        <p:spPr>
          <a:xfrm rot="5400000">
            <a:off x="5251054" y="2203054"/>
            <a:ext cx="5811838" cy="21359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2"/>
          <p:cNvSpPr txBox="1">
            <a:spLocks noGrp="1"/>
          </p:cNvSpPr>
          <p:nvPr>
            <p:ph type="body" idx="1"/>
          </p:nvPr>
        </p:nvSpPr>
        <p:spPr>
          <a:xfrm rot="5400000">
            <a:off x="917179" y="128984"/>
            <a:ext cx="5811838" cy="6284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2"/>
          <p:cNvSpPr txBox="1">
            <a:spLocks noGrp="1"/>
          </p:cNvSpPr>
          <p:nvPr>
            <p:ph type="dt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2"/>
          <p:cNvSpPr txBox="1">
            <a:spLocks noGrp="1"/>
          </p:cNvSpPr>
          <p:nvPr>
            <p:ph type="ft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2"/>
          <p:cNvSpPr txBox="1">
            <a:spLocks noGrp="1"/>
          </p:cNvSpPr>
          <p:nvPr>
            <p:ph type="sldNum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1"/>
          <p:cNvSpPr txBox="1"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1"/>
          <p:cNvSpPr txBox="1">
            <a:spLocks noGrp="1"/>
          </p:cNvSpPr>
          <p:nvPr>
            <p:ph type="dt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1"/>
          <p:cNvSpPr txBox="1">
            <a:spLocks noGrp="1"/>
          </p:cNvSpPr>
          <p:nvPr>
            <p:ph type="ft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1"/>
          <p:cNvSpPr txBox="1">
            <a:spLocks noGrp="1"/>
          </p:cNvSpPr>
          <p:nvPr>
            <p:ph type="sldNum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0" y="0"/>
            <a:ext cx="9906000" cy="5117465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246539" y="1080135"/>
            <a:ext cx="9150985" cy="179449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sz="2000" b="1" i="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과제명 (</a:t>
            </a:r>
            <a:r>
              <a:rPr lang="ko-KR" altLang="en-US" sz="2000" b="1" i="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멀티모달</a:t>
            </a:r>
            <a:r>
              <a:rPr lang="ko-KR" altLang="ko-KR" sz="2000" b="1" i="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ko-KR" altLang="en-US" sz="2000" b="1" i="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라이프로그</a:t>
            </a:r>
            <a:r>
              <a:rPr lang="ko-KR" altLang="ko-KR" sz="2000" b="1" i="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ko-KR" altLang="en-US" sz="2000" b="1" i="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감정</a:t>
            </a:r>
            <a:r>
              <a:rPr lang="ko-KR" altLang="ko-KR" sz="2000" b="1" i="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ko-KR" altLang="en-US" sz="2000" b="1" i="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분석</a:t>
            </a:r>
            <a:r>
              <a:rPr lang="ko-KR" altLang="ko-KR" sz="2000" b="1" i="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ko-KR" altLang="en-US" sz="2000" b="1" i="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기반</a:t>
            </a:r>
            <a:r>
              <a:rPr lang="ko-KR" altLang="ko-KR" sz="2000" b="1" i="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ko-KR" altLang="en-US" sz="2000" b="1" i="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맞춤형</a:t>
            </a:r>
            <a:r>
              <a:rPr lang="ko-KR" altLang="ko-KR" sz="2000" b="1" i="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LLM </a:t>
            </a:r>
            <a:r>
              <a:rPr lang="ko-KR" altLang="en-US" sz="2000" b="1" i="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케어</a:t>
            </a:r>
            <a:r>
              <a:rPr lang="ko-KR" altLang="ko-KR" sz="2000" b="1" i="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ko-KR" altLang="en-US" sz="2000" b="1" i="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및</a:t>
            </a:r>
            <a:r>
              <a:rPr lang="ko-KR" altLang="ko-KR" sz="2000" b="1" i="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ko-KR" altLang="en-US" sz="2000" b="1" i="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모니터링시스템</a:t>
            </a:r>
            <a:r>
              <a:rPr lang="ko-KR" sz="2000" b="1" i="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sz="2000" b="1" i="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부제 (</a:t>
            </a:r>
            <a:r>
              <a:rPr lang="ko-KR" altLang="en-US" sz="2000" b="1">
                <a:solidFill>
                  <a:schemeClr val="bg1"/>
                </a:solidFill>
              </a:rPr>
              <a:t>디지털</a:t>
            </a:r>
            <a:r>
              <a:rPr lang="en-US" altLang="ko-KR" sz="2000" b="1">
                <a:solidFill>
                  <a:schemeClr val="bg1"/>
                </a:solidFill>
              </a:rPr>
              <a:t> </a:t>
            </a:r>
            <a:r>
              <a:rPr lang="ko-KR" altLang="en-US" sz="2000" b="1">
                <a:solidFill>
                  <a:schemeClr val="bg1"/>
                </a:solidFill>
              </a:rPr>
              <a:t>라이프로그</a:t>
            </a:r>
            <a:r>
              <a:rPr lang="en-US" altLang="ko-KR" sz="2000" b="1">
                <a:solidFill>
                  <a:schemeClr val="bg1"/>
                </a:solidFill>
              </a:rPr>
              <a:t> </a:t>
            </a:r>
            <a:r>
              <a:rPr lang="ko-KR" altLang="en-US" sz="2000" b="1">
                <a:solidFill>
                  <a:schemeClr val="bg1"/>
                </a:solidFill>
              </a:rPr>
              <a:t>기반</a:t>
            </a:r>
            <a:r>
              <a:rPr lang="en-US" altLang="ko-KR" sz="2000" b="1">
                <a:solidFill>
                  <a:schemeClr val="bg1"/>
                </a:solidFill>
              </a:rPr>
              <a:t> </a:t>
            </a:r>
            <a:r>
              <a:rPr lang="ko-KR" altLang="en-US" sz="2000" b="1">
                <a:solidFill>
                  <a:schemeClr val="bg1"/>
                </a:solidFill>
              </a:rPr>
              <a:t>정서</a:t>
            </a:r>
            <a:r>
              <a:rPr lang="en-US" altLang="ko-KR" sz="2000" b="1">
                <a:solidFill>
                  <a:schemeClr val="bg1"/>
                </a:solidFill>
              </a:rPr>
              <a:t> </a:t>
            </a:r>
            <a:r>
              <a:rPr lang="ko-KR" altLang="en-US" sz="2000" b="1">
                <a:solidFill>
                  <a:schemeClr val="bg1"/>
                </a:solidFill>
              </a:rPr>
              <a:t>케어</a:t>
            </a:r>
            <a:r>
              <a:rPr lang="en-US" altLang="ko-KR" sz="2000" b="1">
                <a:solidFill>
                  <a:schemeClr val="bg1"/>
                </a:solidFill>
              </a:rPr>
              <a:t> </a:t>
            </a:r>
            <a:r>
              <a:rPr lang="ko-KR" altLang="en-US" sz="2000" b="1">
                <a:solidFill>
                  <a:schemeClr val="bg1"/>
                </a:solidFill>
              </a:rPr>
              <a:t>서비스</a:t>
            </a:r>
            <a:r>
              <a:rPr lang="ko-KR" sz="2000" b="1" i="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1" i="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sz="5400" b="1" i="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화면설계서</a:t>
            </a:r>
            <a:endParaRPr sz="5400" b="1" i="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0" name="Google Shape;90;p1"/>
          <p:cNvCxnSpPr/>
          <p:nvPr/>
        </p:nvCxnSpPr>
        <p:spPr>
          <a:xfrm>
            <a:off x="351314" y="951706"/>
            <a:ext cx="410845" cy="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miter/>
            <a:headEnd w="sm" len="sm"/>
            <a:tailEnd w="sm" len="sm"/>
          </a:ln>
        </p:spPr>
      </p:cxnSp>
      <p:sp>
        <p:nvSpPr>
          <p:cNvPr id="91" name="Google Shape;91;p1"/>
          <p:cNvSpPr txBox="1"/>
          <p:nvPr/>
        </p:nvSpPr>
        <p:spPr>
          <a:xfrm>
            <a:off x="5464175" y="5868050"/>
            <a:ext cx="4298950" cy="63435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800" b="1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팀명 : 귀기울임</a:t>
            </a: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800" b="1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팀원 : 이응균 / 김건영 / 윤일준 / 함은선</a:t>
            </a:r>
            <a:endParaRPr sz="1800" b="0" i="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602615" y="6136640"/>
            <a:ext cx="1339215" cy="36701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800" b="1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2026. 07. 30</a:t>
            </a:r>
            <a:endParaRPr lang="en-US" altLang="ko-KR" sz="1800" b="1" i="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 txBox="1"/>
          <p:nvPr/>
        </p:nvSpPr>
        <p:spPr>
          <a:xfrm>
            <a:off x="422275" y="408305"/>
            <a:ext cx="1826260" cy="584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변경이력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9" name="Google Shape;99;p2"/>
          <p:cNvCxnSpPr/>
          <p:nvPr/>
        </p:nvCxnSpPr>
        <p:spPr>
          <a:xfrm>
            <a:off x="553720" y="1099185"/>
            <a:ext cx="8733155" cy="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miter lim="8000"/>
            <a:headEnd type="none" w="sm" len="sm"/>
            <a:tailEnd type="none" w="sm" len="sm"/>
          </a:ln>
        </p:spPr>
      </p:cxnSp>
      <p:graphicFrame>
        <p:nvGraphicFramePr>
          <p:cNvPr id="100" name="Google Shape;100;p2"/>
          <p:cNvGraphicFramePr/>
          <p:nvPr/>
        </p:nvGraphicFramePr>
        <p:xfrm>
          <a:off x="553720" y="1443355"/>
          <a:ext cx="8733150" cy="3281100"/>
        </p:xfrm>
        <a:graphic>
          <a:graphicData uri="http://schemas.openxmlformats.org/drawingml/2006/table">
            <a:tbl>
              <a:tblPr firstRow="1" bandRow="1">
                <a:noFill/>
                <a:tableStyleId>{4657D0C9-0EA7-4B0F-8A54-AE788284F10E}</a:tableStyleId>
              </a:tblPr>
              <a:tblGrid>
                <a:gridCol w="81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1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7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77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7825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ct val="25000"/>
                        <a:buFont typeface="Calibri"/>
                        <a:buNone/>
                        <a:defRPr/>
                      </a:pPr>
                      <a:r>
                        <a:rPr lang="ko-KR" sz="1600" b="1" u="none" strike="noStrike">
                          <a:solidFill>
                            <a:srgbClr val="FFFFFF"/>
                          </a:solidFill>
                        </a:rPr>
                        <a:t>버전</a:t>
                      </a:r>
                      <a:endParaRPr sz="1600" b="1" u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ct val="25000"/>
                        <a:buFont typeface="Calibri"/>
                        <a:buNone/>
                        <a:defRPr/>
                      </a:pPr>
                      <a:r>
                        <a:rPr lang="ko-KR" sz="1600" b="1" u="none" strike="noStrike">
                          <a:solidFill>
                            <a:srgbClr val="FFFFFF"/>
                          </a:solidFill>
                        </a:rPr>
                        <a:t>작성일자</a:t>
                      </a:r>
                      <a:endParaRPr sz="1600" b="1" u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ct val="25000"/>
                        <a:buFont typeface="Calibri"/>
                        <a:buNone/>
                        <a:defRPr/>
                      </a:pPr>
                      <a:r>
                        <a:rPr lang="ko-KR" sz="1600" b="1" u="none" strike="noStrike">
                          <a:solidFill>
                            <a:srgbClr val="FFFFFF"/>
                          </a:solidFill>
                        </a:rPr>
                        <a:t>수정사항</a:t>
                      </a:r>
                      <a:endParaRPr sz="1600" b="1" u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ct val="25000"/>
                        <a:buFont typeface="Calibri"/>
                        <a:buNone/>
                        <a:defRPr/>
                      </a:pPr>
                      <a:r>
                        <a:rPr lang="ko-KR" sz="1600" b="1" u="none" strike="noStrike">
                          <a:solidFill>
                            <a:srgbClr val="FFFFFF"/>
                          </a:solidFill>
                        </a:rPr>
                        <a:t>작성자</a:t>
                      </a:r>
                      <a:endParaRPr sz="1600" b="1" u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ct val="25000"/>
                        <a:buFont typeface="Calibri"/>
                        <a:buNone/>
                        <a:defRPr/>
                      </a:pPr>
                      <a:r>
                        <a:rPr lang="ko-KR" sz="1600" b="1" u="none" strike="noStrike">
                          <a:solidFill>
                            <a:srgbClr val="FFFFFF"/>
                          </a:solidFill>
                        </a:rPr>
                        <a:t>검수자</a:t>
                      </a:r>
                      <a:endParaRPr sz="1600" b="1" u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B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1975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  <a:defRPr/>
                      </a:pPr>
                      <a:r>
                        <a:rPr lang="ko-KR" sz="1400" u="none" strike="noStrike">
                          <a:solidFill>
                            <a:schemeClr val="dk1"/>
                          </a:solidFill>
                        </a:rPr>
                        <a:t>0.1</a:t>
                      </a:r>
                      <a:endParaRPr sz="1400" u="none" strike="noStrik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  <a:defRPr/>
                      </a:pPr>
                      <a:r>
                        <a:rPr lang="ko-KR" sz="1400" u="none" strike="noStrike">
                          <a:solidFill>
                            <a:schemeClr val="dk1"/>
                          </a:solidFill>
                        </a:rPr>
                        <a:t>2026.07.20</a:t>
                      </a:r>
                      <a:endParaRPr sz="1400" u="none" strike="noStrik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  <a:defRPr/>
                      </a:pPr>
                      <a:r>
                        <a:rPr lang="ko-KR" sz="1400" u="none" strike="noStrike">
                          <a:solidFill>
                            <a:schemeClr val="dk1"/>
                          </a:solidFill>
                        </a:rPr>
                        <a:t>- 메뉴 구성 페이지 작성</a:t>
                      </a:r>
                      <a:endParaRPr sz="1400" u="none" strike="noStrik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  <a:defRPr/>
                      </a:pPr>
                      <a:r>
                        <a:rPr lang="ko-KR" sz="1400" u="none" strike="noStrike">
                          <a:solidFill>
                            <a:schemeClr val="dk1"/>
                          </a:solidFill>
                        </a:rPr>
                        <a:t>함은선</a:t>
                      </a:r>
                      <a:endParaRPr sz="1400" u="none" strike="noStrik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  <a:defRPr/>
                      </a:pPr>
                      <a:r>
                        <a:rPr lang="ko-KR" sz="1400" u="none" strike="noStrike">
                          <a:solidFill>
                            <a:schemeClr val="dk1"/>
                          </a:solidFill>
                        </a:rPr>
                        <a:t>이응균</a:t>
                      </a:r>
                      <a:endParaRPr sz="1400" u="none" strike="noStrik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1975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  <a:defRPr/>
                      </a:pPr>
                      <a:r>
                        <a:rPr lang="ko-KR" sz="1400" u="none" strike="noStrike">
                          <a:solidFill>
                            <a:schemeClr val="dk1"/>
                          </a:solidFill>
                        </a:rPr>
                        <a:t>0.2</a:t>
                      </a:r>
                      <a:endParaRPr sz="1400" u="none" strike="noStrik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  <a:defRPr/>
                      </a:pPr>
                      <a:r>
                        <a:rPr lang="ko-KR" sz="1400" u="none" strike="noStrike">
                          <a:solidFill>
                            <a:schemeClr val="dk1"/>
                          </a:solidFill>
                        </a:rPr>
                        <a:t>2026.07.21</a:t>
                      </a:r>
                      <a:endParaRPr sz="1400" u="none" strike="noStrik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  <a:defRPr/>
                      </a:pPr>
                      <a:r>
                        <a:rPr lang="ko-KR" sz="1400" u="none" strike="noStrike">
                          <a:solidFill>
                            <a:schemeClr val="dk1"/>
                          </a:solidFill>
                        </a:rPr>
                        <a:t>- 플로우 차트 작성</a:t>
                      </a:r>
                      <a:endParaRPr sz="1400" u="none" strike="noStrik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  <a:defRPr/>
                      </a:pPr>
                      <a:r>
                        <a:rPr lang="ko-KR" sz="1400" u="none" strike="noStrike">
                          <a:solidFill>
                            <a:schemeClr val="dk1"/>
                          </a:solidFill>
                        </a:rPr>
                        <a:t>김건영</a:t>
                      </a:r>
                      <a:endParaRPr sz="1400" u="none" strike="noStrik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  <a:defRPr/>
                      </a:pPr>
                      <a:r>
                        <a:rPr lang="ko-KR" sz="1400" u="none" strike="noStrike">
                          <a:solidFill>
                            <a:schemeClr val="dk1"/>
                          </a:solidFill>
                        </a:rPr>
                        <a:t>이응균</a:t>
                      </a:r>
                      <a:endParaRPr sz="1400" u="none" strike="noStrik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9900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  <a:defRPr/>
                      </a:pPr>
                      <a:r>
                        <a:rPr lang="ko-KR" sz="1400" u="none" strike="noStrike">
                          <a:solidFill>
                            <a:schemeClr val="dk1"/>
                          </a:solidFill>
                        </a:rPr>
                        <a:t>0.3</a:t>
                      </a:r>
                      <a:endParaRPr sz="1400" u="none" strike="noStrik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  <a:defRPr/>
                      </a:pPr>
                      <a:r>
                        <a:rPr lang="ko-KR" sz="1400" u="none" strike="noStrike">
                          <a:solidFill>
                            <a:schemeClr val="dk1"/>
                          </a:solidFill>
                        </a:rPr>
                        <a:t>2026.07.22</a:t>
                      </a:r>
                      <a:endParaRPr sz="1400" u="none" strike="noStrik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  <a:defRPr/>
                      </a:pPr>
                      <a:r>
                        <a:rPr lang="ko-KR" sz="1400" u="none" strike="noStrike">
                          <a:solidFill>
                            <a:schemeClr val="dk1"/>
                          </a:solidFill>
                        </a:rPr>
                        <a:t>- 설계 화면 설명 수정</a:t>
                      </a:r>
                      <a:endParaRPr sz="1400" u="none" strike="noStrik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  <a:defRPr/>
                      </a:pPr>
                      <a:r>
                        <a:rPr lang="ko-KR" sz="1400" u="none" strike="noStrike">
                          <a:solidFill>
                            <a:schemeClr val="dk1"/>
                          </a:solidFill>
                        </a:rPr>
                        <a:t>이응균</a:t>
                      </a:r>
                      <a:endParaRPr sz="1400" u="none" strike="noStrik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  <a:defRPr/>
                      </a:pPr>
                      <a:r>
                        <a:rPr lang="ko-KR" altLang="en-US" sz="1400" u="none" strike="noStrike">
                          <a:solidFill>
                            <a:schemeClr val="dk1"/>
                          </a:solidFill>
                        </a:rPr>
                        <a:t>김건영</a:t>
                      </a:r>
                      <a:endParaRPr sz="1400" u="none" strike="noStrik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9900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  <a:defRPr/>
                      </a:pPr>
                      <a:r>
                        <a:rPr lang="ko-KR" sz="1400" u="none" strike="noStrike">
                          <a:solidFill>
                            <a:schemeClr val="dk1"/>
                          </a:solidFill>
                        </a:rPr>
                        <a:t>0.4</a:t>
                      </a:r>
                      <a:endParaRPr sz="1400" u="none" strike="noStrik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  <a:defRPr/>
                      </a:pPr>
                      <a:r>
                        <a:rPr lang="ko-KR" sz="1400" u="none" strike="noStrike">
                          <a:solidFill>
                            <a:schemeClr val="dk1"/>
                          </a:solidFill>
                        </a:rPr>
                        <a:t>2026.07.22</a:t>
                      </a:r>
                      <a:endParaRPr sz="1400" u="none" strike="noStrik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  <a:defRPr/>
                      </a:pPr>
                      <a:r>
                        <a:rPr lang="ko-KR" sz="1400" u="none" strike="noStrike">
                          <a:solidFill>
                            <a:schemeClr val="dk1"/>
                          </a:solidFill>
                        </a:rPr>
                        <a:t>- 화면 설계 페이지 작성</a:t>
                      </a:r>
                      <a:endParaRPr sz="1400" u="none" strike="noStrik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  <a:defRPr/>
                      </a:pPr>
                      <a:r>
                        <a:rPr lang="ko-KR" sz="1400" u="none" strike="noStrike">
                          <a:solidFill>
                            <a:schemeClr val="dk1"/>
                          </a:solidFill>
                        </a:rPr>
                        <a:t>함은선</a:t>
                      </a:r>
                      <a:endParaRPr sz="1400" u="none" strike="noStrik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  <a:defRPr/>
                      </a:pPr>
                      <a:r>
                        <a:rPr lang="ko-KR" sz="1400" u="none" strike="noStrike">
                          <a:solidFill>
                            <a:schemeClr val="dk1"/>
                          </a:solidFill>
                        </a:rPr>
                        <a:t>이응균</a:t>
                      </a:r>
                      <a:endParaRPr sz="1400" u="none" strike="noStrik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9900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  <a:defRPr/>
                      </a:pPr>
                      <a:r>
                        <a:rPr lang="en-US" altLang="ko-KR" sz="1400" u="none" strike="noStrike">
                          <a:solidFill>
                            <a:schemeClr val="dk1"/>
                          </a:solidFill>
                        </a:rPr>
                        <a:t>0.5</a:t>
                      </a:r>
                      <a:endParaRPr sz="1400" u="none" strike="noStrik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  <a:defRPr/>
                      </a:pPr>
                      <a:r>
                        <a:rPr lang="ko-KR" sz="1400" u="none" strike="noStrike">
                          <a:solidFill>
                            <a:schemeClr val="dk1"/>
                          </a:solidFill>
                        </a:rPr>
                        <a:t>2026.07.28</a:t>
                      </a:r>
                      <a:endParaRPr sz="1400" u="none" strike="noStrik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  <a:defRPr/>
                      </a:pPr>
                      <a:r>
                        <a:rPr lang="en-US" altLang="ko-KR" sz="1400" u="none" strike="noStrike">
                          <a:solidFill>
                            <a:schemeClr val="dk1"/>
                          </a:solidFill>
                        </a:rPr>
                        <a:t>-</a:t>
                      </a:r>
                      <a:r>
                        <a:rPr lang="ko-KR" altLang="en-US" sz="1400" u="none" strike="noStrike">
                          <a:solidFill>
                            <a:schemeClr val="dk1"/>
                          </a:solidFill>
                        </a:rPr>
                        <a:t>플로우</a:t>
                      </a:r>
                      <a:r>
                        <a:rPr lang="en-US" altLang="ko-KR" sz="1400" u="none" strike="noStrike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ko-KR" altLang="en-US" sz="1400" u="none" strike="noStrike">
                          <a:solidFill>
                            <a:schemeClr val="dk1"/>
                          </a:solidFill>
                        </a:rPr>
                        <a:t>차트</a:t>
                      </a:r>
                      <a:r>
                        <a:rPr lang="en-US" altLang="ko-KR" sz="1400" u="none" strike="noStrike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ko-KR" altLang="en-US" sz="1400" u="none" strike="noStrike">
                          <a:solidFill>
                            <a:schemeClr val="dk1"/>
                          </a:solidFill>
                        </a:rPr>
                        <a:t>수정</a:t>
                      </a:r>
                      <a:r>
                        <a:rPr lang="en-US" altLang="ko-KR" sz="1400" u="none" strike="noStrike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ko-KR" altLang="en-US" sz="1400" u="none" strike="noStrike">
                          <a:solidFill>
                            <a:schemeClr val="dk1"/>
                          </a:solidFill>
                        </a:rPr>
                        <a:t>및</a:t>
                      </a:r>
                      <a:r>
                        <a:rPr lang="en-US" altLang="ko-KR" sz="1400" u="none" strike="noStrike">
                          <a:solidFill>
                            <a:schemeClr val="dk1"/>
                          </a:solidFill>
                        </a:rPr>
                        <a:t> 로그인, 회원가입, 회원가입 정보 입력, 챗봇 성격 선택, 실시간 대화 및 대화기록 조회, 메인 홈 대시보드 화면 관련 유스케이스ID 수정</a:t>
                      </a:r>
                      <a:endParaRPr sz="1400" u="none" strike="noStrik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  <a:defRPr/>
                      </a:pPr>
                      <a:r>
                        <a:rPr lang="ko-KR" altLang="en-US" sz="1400" u="none" strike="noStrike">
                          <a:solidFill>
                            <a:schemeClr val="dk1"/>
                          </a:solidFill>
                        </a:rPr>
                        <a:t>김건영</a:t>
                      </a:r>
                      <a:endParaRPr sz="1400" u="none" strike="noStrik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  <a:defRPr/>
                      </a:pPr>
                      <a:endParaRPr sz="1400" u="none" strike="noStrik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9900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  <a:defRPr/>
                      </a:pPr>
                      <a:r>
                        <a:rPr lang="en-US" altLang="ko-KR" sz="1400" u="none" strike="noStrike">
                          <a:solidFill>
                            <a:schemeClr val="dk1"/>
                          </a:solidFill>
                        </a:rPr>
                        <a:t>0.6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  <a:defRPr/>
                      </a:pPr>
                      <a:r>
                        <a:rPr lang="en-US" altLang="ko-KR" sz="1400" u="none" strike="noStrike">
                          <a:solidFill>
                            <a:schemeClr val="dk1"/>
                          </a:solidFill>
                        </a:rPr>
                        <a:t>2026.07.29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  <a:defRPr/>
                      </a:pPr>
                      <a:r>
                        <a:rPr lang="ko-KR" sz="1400" u="none" strike="noStrike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altLang="ko-KR" sz="1400" u="none" strike="noStrike">
                          <a:solidFill>
                            <a:schemeClr val="dk1"/>
                          </a:solidFill>
                        </a:rPr>
                        <a:t>-</a:t>
                      </a:r>
                      <a:r>
                        <a:rPr lang="ko-KR" altLang="en-US" sz="1400" u="none" strike="noStrike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ko-KR" sz="1400" u="none" strike="noStrike">
                          <a:solidFill>
                            <a:schemeClr val="dk1"/>
                          </a:solidFill>
                        </a:rPr>
                        <a:t>화면 설계 페이지 </a:t>
                      </a:r>
                      <a:r>
                        <a:rPr lang="ko-KR" altLang="en-US" sz="1400" u="none" strike="noStrike">
                          <a:solidFill>
                            <a:schemeClr val="dk1"/>
                          </a:solidFill>
                        </a:rPr>
                        <a:t>수정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  <a:defRPr/>
                      </a:pPr>
                      <a:r>
                        <a:rPr lang="ko-KR" altLang="en-US" sz="1400" u="none" strike="noStrike">
                          <a:solidFill>
                            <a:schemeClr val="dk1"/>
                          </a:solidFill>
                        </a:rPr>
                        <a:t>함은선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Calibri"/>
                        <a:buNone/>
                        <a:defRPr/>
                      </a:pPr>
                      <a:endParaRPr sz="1400" u="none" strike="noStrik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w="sm" len="sm"/>
                      <a:tailEnd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1" name="Google Shape;101;p2"/>
          <p:cNvSpPr txBox="1"/>
          <p:nvPr/>
        </p:nvSpPr>
        <p:spPr>
          <a:xfrm>
            <a:off x="553720" y="5022512"/>
            <a:ext cx="733298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i="0" u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작성방법)</a:t>
            </a:r>
            <a:endParaRPr b="1">
              <a:solidFill>
                <a:srgbClr val="FF0000"/>
              </a:solidFill>
            </a:endParaRPr>
          </a:p>
          <a:p>
            <a:pPr marL="222000" marR="0" lvl="0" indent="-2220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ko-KR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화면설계서가 수정될 때마다 버전, 작성자, 수정사항, 수정날짜를 작성하여 이력을 작성해야 한다.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2000" marR="0" lvl="0" indent="-2220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ko-KR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버전은 화면설계서가 수정될 때마다 작성해야 한다.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2000" marR="0" lvl="0" indent="-2220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ko-KR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수정사항은 과거버전 대비 어떠한 내용이 달라졌는지(추가/수정/삭제)를 작성해야 한다. 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2000" marR="0" lvl="0" indent="-2220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ko-KR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작성자는 화면설계내용을 작성한 사람이다.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2000" marR="0" lvl="0" indent="-2220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ko-KR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검수자는 화면설계에 대해 문제가 없는지 점검하는 사람이다. 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2000" marR="0" lvl="0" indent="-2220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ko-KR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현재 문서를 제출할 경우 현재 작성방법에 대한 내용은 모두 지우고 제출해야 한다.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7" name="Google Shape;107;p3"/>
          <p:cNvCxnSpPr/>
          <p:nvPr/>
        </p:nvCxnSpPr>
        <p:spPr>
          <a:xfrm rot="10800000">
            <a:off x="1233946" y="2928490"/>
            <a:ext cx="1200" cy="1461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08" name="Google Shape;108;p3"/>
          <p:cNvCxnSpPr/>
          <p:nvPr/>
        </p:nvCxnSpPr>
        <p:spPr>
          <a:xfrm rot="10800000" flipH="1">
            <a:off x="8672195" y="2929255"/>
            <a:ext cx="635" cy="173609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09" name="Google Shape;109;p3"/>
          <p:cNvCxnSpPr>
            <a:stCxn id="110" idx="0"/>
            <a:endCxn id="111" idx="2"/>
          </p:cNvCxnSpPr>
          <p:nvPr/>
        </p:nvCxnSpPr>
        <p:spPr>
          <a:xfrm rot="5400000" flipH="1">
            <a:off x="6462493" y="1070390"/>
            <a:ext cx="699900" cy="3717600"/>
          </a:xfrm>
          <a:prstGeom prst="bentConnector3">
            <a:avLst>
              <a:gd name="adj1" fmla="val 50023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12" name="Google Shape;112;p3"/>
          <p:cNvCxnSpPr/>
          <p:nvPr/>
        </p:nvCxnSpPr>
        <p:spPr>
          <a:xfrm rot="10800000" flipH="1">
            <a:off x="2660015" y="2926715"/>
            <a:ext cx="635" cy="181483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13" name="Google Shape;113;p3"/>
          <p:cNvCxnSpPr/>
          <p:nvPr/>
        </p:nvCxnSpPr>
        <p:spPr>
          <a:xfrm rot="10800000" flipH="1">
            <a:off x="4159249" y="2926715"/>
            <a:ext cx="635" cy="231521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14" name="Google Shape;114;p3"/>
          <p:cNvCxnSpPr/>
          <p:nvPr/>
        </p:nvCxnSpPr>
        <p:spPr>
          <a:xfrm rot="-5400000">
            <a:off x="4740621" y="3864899"/>
            <a:ext cx="1873828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15" name="Google Shape;115;p3"/>
          <p:cNvCxnSpPr/>
          <p:nvPr/>
        </p:nvCxnSpPr>
        <p:spPr>
          <a:xfrm rot="10800000">
            <a:off x="7169785" y="2926715"/>
            <a:ext cx="1270" cy="1392555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16" name="Google Shape;116;p3"/>
          <p:cNvSpPr txBox="1"/>
          <p:nvPr/>
        </p:nvSpPr>
        <p:spPr>
          <a:xfrm>
            <a:off x="422275" y="408305"/>
            <a:ext cx="1918970" cy="584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메뉴 구성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7" name="Google Shape;117;p3"/>
          <p:cNvCxnSpPr/>
          <p:nvPr/>
        </p:nvCxnSpPr>
        <p:spPr>
          <a:xfrm>
            <a:off x="553720" y="1099185"/>
            <a:ext cx="8733155" cy="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11" name="Google Shape;111;p3"/>
          <p:cNvSpPr/>
          <p:nvPr/>
        </p:nvSpPr>
        <p:spPr>
          <a:xfrm>
            <a:off x="4173855" y="2211070"/>
            <a:ext cx="1559560" cy="368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lang="ko-KR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귀기울임(LISN)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805886" y="3279140"/>
            <a:ext cx="875700" cy="34920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</a:pPr>
            <a:r>
              <a:rPr lang="ko-KR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로그인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/>
          <p:nvPr/>
        </p:nvSpPr>
        <p:spPr>
          <a:xfrm>
            <a:off x="2230120" y="3279140"/>
            <a:ext cx="875665" cy="34925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</a:pPr>
            <a:r>
              <a:rPr lang="ko-KR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회원가입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3734435" y="3279140"/>
            <a:ext cx="875665" cy="34925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</a:pPr>
            <a:r>
              <a:rPr lang="ko-KR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홈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5241290" y="3279140"/>
            <a:ext cx="875665" cy="34925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</a:pPr>
            <a:r>
              <a:rPr lang="ko-KR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AI 챗봇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3"/>
          <p:cNvSpPr/>
          <p:nvPr/>
        </p:nvSpPr>
        <p:spPr>
          <a:xfrm>
            <a:off x="6733540" y="3279140"/>
            <a:ext cx="875665" cy="34925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</a:pPr>
            <a:r>
              <a:rPr lang="ko-KR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라이프로그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8233410" y="3279140"/>
            <a:ext cx="875665" cy="34925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</a:pPr>
            <a:r>
              <a:rPr lang="ko-KR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설정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"/>
          <p:cNvSpPr/>
          <p:nvPr/>
        </p:nvSpPr>
        <p:spPr>
          <a:xfrm>
            <a:off x="2216150" y="3719830"/>
            <a:ext cx="875665" cy="34925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90D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lang="ko-KR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약관 동의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2216150" y="4156075"/>
            <a:ext cx="875665" cy="34925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90D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lang="ko-KR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기본정보 입력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"/>
          <p:cNvSpPr/>
          <p:nvPr/>
        </p:nvSpPr>
        <p:spPr>
          <a:xfrm>
            <a:off x="2216150" y="4595495"/>
            <a:ext cx="875665" cy="34925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90D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lang="ko-KR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가입 완료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3"/>
          <p:cNvSpPr/>
          <p:nvPr/>
        </p:nvSpPr>
        <p:spPr>
          <a:xfrm>
            <a:off x="3720464" y="3717290"/>
            <a:ext cx="875665" cy="34925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90D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lang="ko-KR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오늘의 감정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3"/>
          <p:cNvSpPr/>
          <p:nvPr/>
        </p:nvSpPr>
        <p:spPr>
          <a:xfrm>
            <a:off x="3720464" y="5054600"/>
            <a:ext cx="875665" cy="34925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90D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lang="ko-KR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추천 콘텐츠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5227320" y="3719830"/>
            <a:ext cx="875665" cy="34925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90D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lang="ko-KR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챗봇 성격 선택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3"/>
          <p:cNvSpPr/>
          <p:nvPr/>
        </p:nvSpPr>
        <p:spPr>
          <a:xfrm>
            <a:off x="8233410" y="3719830"/>
            <a:ext cx="875665" cy="34925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90D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lang="ko-KR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웨어러블 연동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3"/>
          <p:cNvSpPr/>
          <p:nvPr/>
        </p:nvSpPr>
        <p:spPr>
          <a:xfrm>
            <a:off x="8233410" y="4156075"/>
            <a:ext cx="875665" cy="34925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90D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lang="ko-KR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알림 설정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3"/>
          <p:cNvSpPr/>
          <p:nvPr/>
        </p:nvSpPr>
        <p:spPr>
          <a:xfrm>
            <a:off x="4201795" y="5460365"/>
            <a:ext cx="939165" cy="1194435"/>
          </a:xfrm>
          <a:prstGeom prst="rect">
            <a:avLst/>
          </a:prstGeom>
          <a:solidFill>
            <a:srgbClr val="0090D0">
              <a:alpha val="9804"/>
            </a:srgbClr>
          </a:solidFill>
          <a:ln w="28575" cap="flat" cmpd="sng">
            <a:solidFill>
              <a:srgbClr val="0090D0"/>
            </a:solidFill>
            <a:prstDash val="dash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3"/>
          <p:cNvSpPr/>
          <p:nvPr/>
        </p:nvSpPr>
        <p:spPr>
          <a:xfrm>
            <a:off x="4242435" y="5508625"/>
            <a:ext cx="862965" cy="34417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90D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lang="ko-KR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명상 / 호흡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3"/>
          <p:cNvSpPr/>
          <p:nvPr/>
        </p:nvSpPr>
        <p:spPr>
          <a:xfrm>
            <a:off x="4242435" y="5877560"/>
            <a:ext cx="862965" cy="34417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90D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lang="ko-KR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음악 / 힐링 사운드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4" name="Google Shape;134;p3"/>
          <p:cNvGrpSpPr/>
          <p:nvPr/>
        </p:nvGrpSpPr>
        <p:grpSpPr>
          <a:xfrm>
            <a:off x="8051800" y="1193800"/>
            <a:ext cx="1238250" cy="1435100"/>
            <a:chOff x="8051800" y="1193800"/>
            <a:chExt cx="1238250" cy="1435100"/>
          </a:xfrm>
        </p:grpSpPr>
        <p:sp>
          <p:nvSpPr>
            <p:cNvPr id="135" name="Google Shape;135;p3"/>
            <p:cNvSpPr/>
            <p:nvPr/>
          </p:nvSpPr>
          <p:spPr>
            <a:xfrm>
              <a:off x="8054975" y="1535430"/>
              <a:ext cx="1235075" cy="300355"/>
            </a:xfrm>
            <a:prstGeom prst="rect">
              <a:avLst/>
            </a:prstGeom>
            <a:solidFill>
              <a:srgbClr val="A5A5A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메인메뉴이름</a:t>
              </a:r>
              <a:endParaRPr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3"/>
            <p:cNvSpPr/>
            <p:nvPr/>
          </p:nvSpPr>
          <p:spPr>
            <a:xfrm>
              <a:off x="8054975" y="1877060"/>
              <a:ext cx="1235075" cy="300355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0090D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서브메뉴이름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3"/>
            <p:cNvSpPr/>
            <p:nvPr/>
          </p:nvSpPr>
          <p:spPr>
            <a:xfrm>
              <a:off x="8051800" y="2218690"/>
              <a:ext cx="1235075" cy="410210"/>
            </a:xfrm>
            <a:prstGeom prst="rect">
              <a:avLst/>
            </a:prstGeom>
            <a:solidFill>
              <a:srgbClr val="0090D0">
                <a:alpha val="10196"/>
              </a:srgbClr>
            </a:solidFill>
            <a:ln w="28575" cap="flat" cmpd="sng">
              <a:solidFill>
                <a:srgbClr val="0090D0"/>
              </a:solidFill>
              <a:prstDash val="dash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서브메뉴 내 메뉴이름</a:t>
              </a:r>
              <a:endParaRPr/>
            </a:p>
          </p:txBody>
        </p:sp>
        <p:sp>
          <p:nvSpPr>
            <p:cNvPr id="138" name="Google Shape;138;p3"/>
            <p:cNvSpPr/>
            <p:nvPr/>
          </p:nvSpPr>
          <p:spPr>
            <a:xfrm>
              <a:off x="8054975" y="1193800"/>
              <a:ext cx="1231900" cy="300355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프로젝트명</a:t>
              </a:r>
              <a:endParaRPr/>
            </a:p>
          </p:txBody>
        </p:sp>
      </p:grpSp>
      <p:sp>
        <p:nvSpPr>
          <p:cNvPr id="139" name="Google Shape;139;p3"/>
          <p:cNvSpPr/>
          <p:nvPr/>
        </p:nvSpPr>
        <p:spPr>
          <a:xfrm>
            <a:off x="805744" y="3719195"/>
            <a:ext cx="875700" cy="3492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90D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lang="ko-KR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로그인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3"/>
          <p:cNvSpPr/>
          <p:nvPr/>
        </p:nvSpPr>
        <p:spPr>
          <a:xfrm>
            <a:off x="808284" y="4159885"/>
            <a:ext cx="875700" cy="3492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90D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lang="ko-KR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회원가입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3"/>
          <p:cNvSpPr/>
          <p:nvPr/>
        </p:nvSpPr>
        <p:spPr>
          <a:xfrm>
            <a:off x="4243070" y="6255385"/>
            <a:ext cx="862965" cy="34417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90D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lang="ko-KR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산책 / 운동 추천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3"/>
          <p:cNvSpPr/>
          <p:nvPr/>
        </p:nvSpPr>
        <p:spPr>
          <a:xfrm>
            <a:off x="8220075" y="4584700"/>
            <a:ext cx="875665" cy="34925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90D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lang="ko-KR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계정 관리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3"/>
          <p:cNvSpPr/>
          <p:nvPr/>
        </p:nvSpPr>
        <p:spPr>
          <a:xfrm>
            <a:off x="6729730" y="3729990"/>
            <a:ext cx="875665" cy="34925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90D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lang="ko-KR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정서 리포트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3"/>
          <p:cNvSpPr/>
          <p:nvPr/>
        </p:nvSpPr>
        <p:spPr>
          <a:xfrm>
            <a:off x="6729730" y="4151630"/>
            <a:ext cx="875665" cy="34925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90D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lang="ko-KR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라이프로그 기록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3"/>
          <p:cNvSpPr/>
          <p:nvPr/>
        </p:nvSpPr>
        <p:spPr>
          <a:xfrm>
            <a:off x="3726815" y="4158615"/>
            <a:ext cx="875665" cy="34925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90D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lang="ko-KR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라이프로그 요약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"/>
          <p:cNvSpPr/>
          <p:nvPr/>
        </p:nvSpPr>
        <p:spPr>
          <a:xfrm>
            <a:off x="3726180" y="4599940"/>
            <a:ext cx="875665" cy="34925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90D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lang="ko-KR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한줄 요약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3"/>
          <p:cNvSpPr/>
          <p:nvPr/>
        </p:nvSpPr>
        <p:spPr>
          <a:xfrm>
            <a:off x="5226685" y="4154169"/>
            <a:ext cx="875665" cy="34925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90D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lang="ko-KR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챗봇 대화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3"/>
          <p:cNvSpPr/>
          <p:nvPr/>
        </p:nvSpPr>
        <p:spPr>
          <a:xfrm>
            <a:off x="5236210" y="4588508"/>
            <a:ext cx="875665" cy="34925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90D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lang="ko-KR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대화 기록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3"/>
          <p:cNvSpPr/>
          <p:nvPr/>
        </p:nvSpPr>
        <p:spPr>
          <a:xfrm>
            <a:off x="5725160" y="4984747"/>
            <a:ext cx="939165" cy="810895"/>
          </a:xfrm>
          <a:prstGeom prst="rect">
            <a:avLst/>
          </a:prstGeom>
          <a:solidFill>
            <a:srgbClr val="0090D0">
              <a:alpha val="9804"/>
            </a:srgbClr>
          </a:solidFill>
          <a:ln w="28575" cap="flat" cmpd="sng">
            <a:solidFill>
              <a:srgbClr val="0090D0"/>
            </a:solidFill>
            <a:prstDash val="dash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3"/>
          <p:cNvSpPr/>
          <p:nvPr/>
        </p:nvSpPr>
        <p:spPr>
          <a:xfrm>
            <a:off x="5765800" y="5033007"/>
            <a:ext cx="862965" cy="34417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90D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lang="ko-KR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대화 기록 상세보기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3"/>
          <p:cNvSpPr/>
          <p:nvPr/>
        </p:nvSpPr>
        <p:spPr>
          <a:xfrm>
            <a:off x="5765800" y="5401942"/>
            <a:ext cx="862965" cy="34417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90D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lang="ko-KR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대화 기록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lang="ko-KR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삭제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2" name="Google Shape;152;p3"/>
          <p:cNvCxnSpPr/>
          <p:nvPr/>
        </p:nvCxnSpPr>
        <p:spPr>
          <a:xfrm rot="-5400000">
            <a:off x="2745980" y="1068265"/>
            <a:ext cx="699900" cy="3717600"/>
          </a:xfrm>
          <a:prstGeom prst="bentConnector3">
            <a:avLst>
              <a:gd name="adj1" fmla="val 50023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54" name="도형 154"/>
          <p:cNvSpPr/>
          <p:nvPr/>
        </p:nvSpPr>
        <p:spPr>
          <a:xfrm>
            <a:off x="8711565" y="4980112"/>
            <a:ext cx="939165" cy="441960"/>
          </a:xfrm>
          <a:prstGeom prst="rect">
            <a:avLst/>
          </a:prstGeom>
          <a:solidFill>
            <a:srgbClr val="0090D0">
              <a:alpha val="9804"/>
            </a:srgbClr>
          </a:solidFill>
          <a:ln w="28575" cap="flat" cmpd="sng">
            <a:solidFill>
              <a:srgbClr val="0090D0"/>
            </a:solidFill>
            <a:prstDash val="dash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도형 155"/>
          <p:cNvSpPr/>
          <p:nvPr/>
        </p:nvSpPr>
        <p:spPr>
          <a:xfrm>
            <a:off x="8749665" y="5029007"/>
            <a:ext cx="862965" cy="34417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90D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lang="ko-KR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회원 탈퇴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도형 156"/>
          <p:cNvSpPr/>
          <p:nvPr/>
        </p:nvSpPr>
        <p:spPr>
          <a:xfrm>
            <a:off x="805744" y="4600575"/>
            <a:ext cx="875700" cy="3492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90D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lang="ko-KR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비밀번호 재설정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도형 157"/>
          <p:cNvSpPr/>
          <p:nvPr/>
        </p:nvSpPr>
        <p:spPr>
          <a:xfrm>
            <a:off x="805744" y="5460365"/>
            <a:ext cx="875700" cy="3492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90D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lang="ko-KR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긴급 상담 연결(전역)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"/>
          <p:cNvSpPr txBox="1"/>
          <p:nvPr/>
        </p:nvSpPr>
        <p:spPr>
          <a:xfrm>
            <a:off x="422454" y="122696"/>
            <a:ext cx="4178935" cy="5791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ko-KR" altLang="en-US" sz="3200" b="1" dirty="0"/>
              <a:t>플로우 차트</a:t>
            </a:r>
            <a:r>
              <a:rPr lang="en-US" altLang="ko-KR" sz="3200" b="1" dirty="0"/>
              <a:t>(</a:t>
            </a:r>
            <a:r>
              <a:rPr lang="ko-KR" altLang="en-US" sz="3200" b="1" dirty="0"/>
              <a:t>회원가입</a:t>
            </a:r>
            <a:r>
              <a:rPr lang="en-US" altLang="ko-KR" sz="3200" b="1" dirty="0"/>
              <a:t>)</a:t>
            </a:r>
            <a:endParaRPr lang="ko-KR" altLang="en-US" sz="3200" dirty="0"/>
          </a:p>
        </p:txBody>
      </p:sp>
      <p:cxnSp>
        <p:nvCxnSpPr>
          <p:cNvPr id="3" name="직선 연결선 5"/>
          <p:cNvCxnSpPr/>
          <p:nvPr/>
        </p:nvCxnSpPr>
        <p:spPr>
          <a:xfrm>
            <a:off x="553673" y="813208"/>
            <a:ext cx="8732940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사각형: 둥근 모서리 28"/>
          <p:cNvSpPr/>
          <p:nvPr/>
        </p:nvSpPr>
        <p:spPr>
          <a:xfrm>
            <a:off x="3539064" y="862792"/>
            <a:ext cx="1428750" cy="571500"/>
          </a:xfrm>
          <a:prstGeom prst="roundRect">
            <a:avLst>
              <a:gd name="adj" fmla="val 50000"/>
            </a:avLst>
          </a:prstGeom>
          <a:solidFill>
            <a:srgbClr val="D9D9D9">
              <a:alpha val="100000"/>
            </a:srgb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rgbClr val="FFFFFF"/>
                </a:solidFill>
              </a:rPr>
              <a:t>회원가입</a:t>
            </a:r>
          </a:p>
        </p:txBody>
      </p:sp>
      <p:sp>
        <p:nvSpPr>
          <p:cNvPr id="5" name="직사각형 23"/>
          <p:cNvSpPr/>
          <p:nvPr/>
        </p:nvSpPr>
        <p:spPr>
          <a:xfrm>
            <a:off x="3539251" y="1624852"/>
            <a:ext cx="1428750" cy="57150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>
                <a:solidFill>
                  <a:schemeClr val="tx1"/>
                </a:solidFill>
              </a:rPr>
              <a:t>회원가입</a:t>
            </a:r>
            <a:r>
              <a:rPr lang="en-US" altLang="ko-KR" sz="1200" b="1">
                <a:solidFill>
                  <a:schemeClr val="tx1"/>
                </a:solidFill>
              </a:rPr>
              <a:t> </a:t>
            </a:r>
            <a:r>
              <a:rPr lang="ko-KR" altLang="en-US" sz="1200" b="1">
                <a:solidFill>
                  <a:schemeClr val="tx1"/>
                </a:solidFill>
              </a:rPr>
              <a:t>페이지</a:t>
            </a:r>
            <a:r>
              <a:rPr lang="en-US" altLang="ko-KR" sz="1200" b="1">
                <a:solidFill>
                  <a:schemeClr val="tx1"/>
                </a:solidFill>
              </a:rPr>
              <a:t> </a:t>
            </a:r>
            <a:r>
              <a:rPr lang="ko-KR" altLang="en-US" sz="1200" b="1">
                <a:solidFill>
                  <a:schemeClr val="tx1"/>
                </a:solidFill>
              </a:rPr>
              <a:t>진입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6" name="prstName"/>
          <p:cNvSpPr/>
          <p:nvPr/>
        </p:nvSpPr>
        <p:spPr>
          <a:xfrm>
            <a:off x="3538855" y="4145900"/>
            <a:ext cx="1428750" cy="571500"/>
          </a:xfrm>
          <a:prstGeom prst="parallelogram">
            <a:avLst>
              <a:gd name="adj" fmla="val 25000"/>
            </a:avLst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200" b="1">
                <a:solidFill>
                  <a:schemeClr val="tx1"/>
                </a:solidFill>
              </a:rPr>
              <a:t>회원가입</a:t>
            </a:r>
            <a:r>
              <a:rPr lang="en-US" altLang="ko-KR" sz="1200" b="1">
                <a:solidFill>
                  <a:schemeClr val="tx1"/>
                </a:solidFill>
              </a:rPr>
              <a:t> </a:t>
            </a:r>
            <a:r>
              <a:rPr lang="ko-KR" altLang="en-US" sz="1200" b="1">
                <a:solidFill>
                  <a:schemeClr val="tx1"/>
                </a:solidFill>
              </a:rPr>
              <a:t>정보</a:t>
            </a:r>
            <a:r>
              <a:rPr lang="en-US" altLang="ko-KR" sz="1200" b="1">
                <a:solidFill>
                  <a:schemeClr val="tx1"/>
                </a:solidFill>
              </a:rPr>
              <a:t> </a:t>
            </a:r>
            <a:r>
              <a:rPr lang="ko-KR" altLang="en-US" sz="1200" b="1">
                <a:solidFill>
                  <a:schemeClr val="tx1"/>
                </a:solidFill>
              </a:rPr>
              <a:t>입력</a:t>
            </a:r>
          </a:p>
        </p:txBody>
      </p:sp>
      <p:sp>
        <p:nvSpPr>
          <p:cNvPr id="7" name="사각형: 둥근 모서리 28"/>
          <p:cNvSpPr/>
          <p:nvPr/>
        </p:nvSpPr>
        <p:spPr>
          <a:xfrm>
            <a:off x="7646244" y="6126375"/>
            <a:ext cx="1428750" cy="571500"/>
          </a:xfrm>
          <a:prstGeom prst="roundRect">
            <a:avLst>
              <a:gd name="adj" fmla="val 50000"/>
            </a:avLst>
          </a:prstGeom>
          <a:solidFill>
            <a:srgbClr val="000000">
              <a:alpha val="100000"/>
            </a:srgb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rgbClr val="FFFFFF"/>
                </a:solidFill>
              </a:rPr>
              <a:t>로그인</a:t>
            </a:r>
            <a:r>
              <a:rPr lang="en-US" altLang="ko-KR" sz="1200" b="1" dirty="0">
                <a:solidFill>
                  <a:srgbClr val="FFFFFF"/>
                </a:solidFill>
              </a:rPr>
              <a:t> </a:t>
            </a:r>
            <a:r>
              <a:rPr lang="ko-KR" altLang="en-US" sz="1200" b="1" dirty="0">
                <a:solidFill>
                  <a:srgbClr val="FFFFFF"/>
                </a:solidFill>
              </a:rPr>
              <a:t>화면</a:t>
            </a:r>
            <a:br>
              <a:rPr lang="en-US" altLang="ko-KR" sz="1200" b="1" dirty="0">
                <a:solidFill>
                  <a:srgbClr val="FFFFFF"/>
                </a:solidFill>
              </a:rPr>
            </a:br>
            <a:r>
              <a:rPr lang="ko-KR" altLang="en-US" sz="1200" b="1" dirty="0">
                <a:solidFill>
                  <a:srgbClr val="FFFFFF"/>
                </a:solidFill>
              </a:rPr>
              <a:t>이동</a:t>
            </a:r>
          </a:p>
        </p:txBody>
      </p:sp>
      <p:cxnSp>
        <p:nvCxnSpPr>
          <p:cNvPr id="8" name="prstName"/>
          <p:cNvCxnSpPr/>
          <p:nvPr/>
        </p:nvCxnSpPr>
        <p:spPr>
          <a:xfrm rot="5400000">
            <a:off x="4158376" y="1539221"/>
            <a:ext cx="190500" cy="1"/>
          </a:xfrm>
          <a:prstGeom prst="line">
            <a:avLst/>
          </a:prstGeom>
          <a:ln w="44450">
            <a:solidFill>
              <a:srgbClr val="000000">
                <a:alpha val="100000"/>
              </a:srgb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prstName"/>
          <p:cNvSpPr/>
          <p:nvPr/>
        </p:nvSpPr>
        <p:spPr>
          <a:xfrm>
            <a:off x="3538855" y="5982925"/>
            <a:ext cx="1428750" cy="857250"/>
          </a:xfrm>
          <a:prstGeom prst="diamond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200" b="1">
                <a:solidFill>
                  <a:srgbClr val="000000"/>
                </a:solidFill>
              </a:rPr>
              <a:t>입력</a:t>
            </a:r>
            <a:r>
              <a:rPr lang="en-US" altLang="ko-KR" sz="1200" b="1">
                <a:solidFill>
                  <a:srgbClr val="000000"/>
                </a:solidFill>
              </a:rPr>
              <a:t> </a:t>
            </a:r>
            <a:r>
              <a:rPr lang="ko-KR" altLang="en-US" sz="1200" b="1">
                <a:solidFill>
                  <a:srgbClr val="000000"/>
                </a:solidFill>
              </a:rPr>
              <a:t>정보</a:t>
            </a:r>
            <a:r>
              <a:rPr lang="en-US" altLang="ko-KR" sz="1200" b="1">
                <a:solidFill>
                  <a:srgbClr val="000000"/>
                </a:solidFill>
              </a:rPr>
              <a:t> </a:t>
            </a:r>
            <a:r>
              <a:rPr lang="ko-KR" altLang="en-US" sz="1200" b="1">
                <a:solidFill>
                  <a:srgbClr val="000000"/>
                </a:solidFill>
              </a:rPr>
              <a:t>유효성</a:t>
            </a:r>
            <a:r>
              <a:rPr lang="en-US" altLang="ko-KR" sz="1200" b="1">
                <a:solidFill>
                  <a:srgbClr val="000000"/>
                </a:solidFill>
              </a:rPr>
              <a:t> </a:t>
            </a:r>
            <a:r>
              <a:rPr lang="ko-KR" altLang="en-US" sz="1200" b="1">
                <a:solidFill>
                  <a:srgbClr val="000000"/>
                </a:solidFill>
              </a:rPr>
              <a:t>검사</a:t>
            </a:r>
          </a:p>
        </p:txBody>
      </p:sp>
      <p:sp>
        <p:nvSpPr>
          <p:cNvPr id="11" name="prstName"/>
          <p:cNvSpPr/>
          <p:nvPr/>
        </p:nvSpPr>
        <p:spPr>
          <a:xfrm>
            <a:off x="3538855" y="2423347"/>
            <a:ext cx="1428750" cy="857250"/>
          </a:xfrm>
          <a:prstGeom prst="diamond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200" b="1">
                <a:solidFill>
                  <a:srgbClr val="000000"/>
                </a:solidFill>
              </a:rPr>
              <a:t>이용</a:t>
            </a:r>
            <a:r>
              <a:rPr lang="en-US" altLang="ko-KR" sz="1200" b="1">
                <a:solidFill>
                  <a:srgbClr val="000000"/>
                </a:solidFill>
              </a:rPr>
              <a:t> </a:t>
            </a:r>
            <a:r>
              <a:rPr lang="ko-KR" altLang="en-US" sz="1200" b="1">
                <a:solidFill>
                  <a:srgbClr val="000000"/>
                </a:solidFill>
              </a:rPr>
              <a:t>약관</a:t>
            </a:r>
            <a:r>
              <a:rPr lang="en-US" altLang="ko-KR" sz="1200" b="1">
                <a:solidFill>
                  <a:srgbClr val="000000"/>
                </a:solidFill>
              </a:rPr>
              <a:t> </a:t>
            </a:r>
            <a:r>
              <a:rPr lang="ko-KR" altLang="en-US" sz="1200" b="1">
                <a:solidFill>
                  <a:srgbClr val="000000"/>
                </a:solidFill>
              </a:rPr>
              <a:t>동의</a:t>
            </a:r>
            <a:r>
              <a:rPr lang="en-US" altLang="ko-KR" sz="1200" b="1">
                <a:solidFill>
                  <a:srgbClr val="000000"/>
                </a:solidFill>
              </a:rPr>
              <a:t> ?</a:t>
            </a:r>
            <a:endParaRPr lang="ko-KR" altLang="en-US" sz="1200" b="1">
              <a:solidFill>
                <a:srgbClr val="000000"/>
              </a:solidFill>
            </a:endParaRPr>
          </a:p>
        </p:txBody>
      </p:sp>
      <p:cxnSp>
        <p:nvCxnSpPr>
          <p:cNvPr id="13" name="prstName"/>
          <p:cNvCxnSpPr/>
          <p:nvPr/>
        </p:nvCxnSpPr>
        <p:spPr>
          <a:xfrm rot="16200000" flipH="1">
            <a:off x="4062731" y="3528855"/>
            <a:ext cx="381000" cy="3"/>
          </a:xfrm>
          <a:prstGeom prst="line">
            <a:avLst/>
          </a:prstGeom>
          <a:ln w="44450">
            <a:solidFill>
              <a:srgbClr val="000000">
                <a:alpha val="10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prstName"/>
          <p:cNvSpPr/>
          <p:nvPr/>
        </p:nvSpPr>
        <p:spPr>
          <a:xfrm>
            <a:off x="7646036" y="4935175"/>
            <a:ext cx="1428750" cy="571500"/>
          </a:xfrm>
          <a:prstGeom prst="parallelogram">
            <a:avLst>
              <a:gd name="adj" fmla="val 25000"/>
            </a:avLst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200" b="1" dirty="0">
                <a:solidFill>
                  <a:schemeClr val="tx1"/>
                </a:solidFill>
              </a:rPr>
              <a:t>회원</a:t>
            </a:r>
            <a:r>
              <a:rPr lang="en-US" altLang="ko-KR" sz="1200" b="1" dirty="0">
                <a:solidFill>
                  <a:schemeClr val="tx1"/>
                </a:solidFill>
              </a:rPr>
              <a:t> </a:t>
            </a:r>
            <a:r>
              <a:rPr lang="ko-KR" altLang="en-US" sz="1200" b="1" dirty="0">
                <a:solidFill>
                  <a:schemeClr val="tx1"/>
                </a:solidFill>
              </a:rPr>
              <a:t>정보</a:t>
            </a:r>
            <a:r>
              <a:rPr lang="en-US" altLang="ko-KR" sz="1200" b="1" dirty="0">
                <a:solidFill>
                  <a:schemeClr val="tx1"/>
                </a:solidFill>
              </a:rPr>
              <a:t> DB </a:t>
            </a:r>
            <a:r>
              <a:rPr lang="ko-KR" altLang="en-US" sz="1200" b="1" dirty="0">
                <a:solidFill>
                  <a:schemeClr val="tx1"/>
                </a:solidFill>
              </a:rPr>
              <a:t>저장</a:t>
            </a:r>
            <a:r>
              <a:rPr lang="en-US" altLang="ko-KR" sz="1200" b="1" dirty="0">
                <a:solidFill>
                  <a:schemeClr val="tx1"/>
                </a:solidFill>
              </a:rPr>
              <a:t> </a:t>
            </a:r>
            <a:r>
              <a:rPr lang="ko-KR" altLang="en-US" sz="1200" b="1" dirty="0">
                <a:solidFill>
                  <a:schemeClr val="tx1"/>
                </a:solidFill>
              </a:rPr>
              <a:t>및</a:t>
            </a:r>
            <a:r>
              <a:rPr lang="en-US" altLang="ko-KR" sz="1200" b="1" dirty="0">
                <a:solidFill>
                  <a:schemeClr val="tx1"/>
                </a:solidFill>
              </a:rPr>
              <a:t> </a:t>
            </a:r>
            <a:r>
              <a:rPr lang="ko-KR" altLang="en-US" sz="1200" b="1" dirty="0">
                <a:solidFill>
                  <a:schemeClr val="tx1"/>
                </a:solidFill>
              </a:rPr>
              <a:t>가입</a:t>
            </a:r>
            <a:r>
              <a:rPr lang="en-US" altLang="ko-KR" sz="1200" b="1" dirty="0">
                <a:solidFill>
                  <a:schemeClr val="tx1"/>
                </a:solidFill>
              </a:rPr>
              <a:t> </a:t>
            </a:r>
            <a:r>
              <a:rPr lang="ko-KR" altLang="en-US" sz="1200" b="1" dirty="0">
                <a:solidFill>
                  <a:schemeClr val="tx1"/>
                </a:solidFill>
              </a:rPr>
              <a:t>처리</a:t>
            </a:r>
            <a:endParaRPr lang="ko-KR" altLang="en-US" sz="1200" b="1">
              <a:solidFill>
                <a:schemeClr val="tx1"/>
              </a:solidFill>
            </a:endParaRPr>
          </a:p>
        </p:txBody>
      </p:sp>
      <p:cxnSp>
        <p:nvCxnSpPr>
          <p:cNvPr id="16" name="prstName"/>
          <p:cNvCxnSpPr/>
          <p:nvPr/>
        </p:nvCxnSpPr>
        <p:spPr>
          <a:xfrm rot="10800000">
            <a:off x="2943621" y="3576977"/>
            <a:ext cx="857489" cy="0"/>
          </a:xfrm>
          <a:prstGeom prst="line">
            <a:avLst/>
          </a:prstGeom>
          <a:ln w="44450">
            <a:solidFill>
              <a:srgbClr val="000000">
                <a:alpha val="10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prstName"/>
          <p:cNvCxnSpPr/>
          <p:nvPr/>
        </p:nvCxnSpPr>
        <p:spPr>
          <a:xfrm rot="10800000">
            <a:off x="2921318" y="2338511"/>
            <a:ext cx="1212533" cy="216"/>
          </a:xfrm>
          <a:prstGeom prst="line">
            <a:avLst/>
          </a:prstGeom>
          <a:ln w="44450">
            <a:solidFill>
              <a:srgbClr val="000000">
                <a:alpha val="100000"/>
              </a:srgbClr>
            </a:solidFill>
            <a:head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prstName"/>
          <p:cNvCxnSpPr/>
          <p:nvPr/>
        </p:nvCxnSpPr>
        <p:spPr>
          <a:xfrm rot="16200000" flipH="1">
            <a:off x="2324500" y="2976268"/>
            <a:ext cx="1238250" cy="635"/>
          </a:xfrm>
          <a:prstGeom prst="line">
            <a:avLst/>
          </a:prstGeom>
          <a:ln w="44450">
            <a:solidFill>
              <a:schemeClr val="tx1">
                <a:alpha val="10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prstName"/>
          <p:cNvCxnSpPr/>
          <p:nvPr/>
        </p:nvCxnSpPr>
        <p:spPr>
          <a:xfrm>
            <a:off x="5349037" y="6410915"/>
            <a:ext cx="1457325" cy="0"/>
          </a:xfrm>
          <a:prstGeom prst="line">
            <a:avLst/>
          </a:prstGeom>
          <a:ln w="44450">
            <a:solidFill>
              <a:srgbClr val="000000">
                <a:alpha val="10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prstName"/>
          <p:cNvCxnSpPr/>
          <p:nvPr/>
        </p:nvCxnSpPr>
        <p:spPr>
          <a:xfrm rot="10800000">
            <a:off x="6763386" y="5125040"/>
            <a:ext cx="895350" cy="635"/>
          </a:xfrm>
          <a:prstGeom prst="line">
            <a:avLst/>
          </a:prstGeom>
          <a:ln w="44450">
            <a:solidFill>
              <a:srgbClr val="000000">
                <a:alpha val="100000"/>
              </a:srgbClr>
            </a:solidFill>
            <a:head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prstName"/>
          <p:cNvCxnSpPr/>
          <p:nvPr/>
        </p:nvCxnSpPr>
        <p:spPr>
          <a:xfrm rot="5400000" flipH="1" flipV="1">
            <a:off x="6140212" y="5768297"/>
            <a:ext cx="1285875" cy="635"/>
          </a:xfrm>
          <a:prstGeom prst="line">
            <a:avLst/>
          </a:prstGeom>
          <a:ln w="44450">
            <a:solidFill>
              <a:srgbClr val="000000">
                <a:alpha val="10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prstName"/>
          <p:cNvCxnSpPr>
            <a:stCxn id="15" idx="4"/>
            <a:endCxn id="7" idx="0"/>
          </p:cNvCxnSpPr>
          <p:nvPr/>
        </p:nvCxnSpPr>
        <p:spPr>
          <a:xfrm rot="16200000" flipH="1">
            <a:off x="8050665" y="5816423"/>
            <a:ext cx="619700" cy="207"/>
          </a:xfrm>
          <a:prstGeom prst="line">
            <a:avLst/>
          </a:prstGeom>
          <a:ln w="44450">
            <a:solidFill>
              <a:srgbClr val="000000">
                <a:alpha val="100000"/>
              </a:srgb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"/>
          <p:cNvSpPr txBox="1"/>
          <p:nvPr/>
        </p:nvSpPr>
        <p:spPr>
          <a:xfrm>
            <a:off x="3155696" y="6249046"/>
            <a:ext cx="481965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400" dirty="0"/>
              <a:t>NO</a:t>
            </a:r>
            <a:endParaRPr lang="ko-KR" altLang="en-US" sz="1400" dirty="0"/>
          </a:p>
        </p:txBody>
      </p:sp>
      <p:sp>
        <p:nvSpPr>
          <p:cNvPr id="27" name="TextBox"/>
          <p:cNvSpPr txBox="1"/>
          <p:nvPr/>
        </p:nvSpPr>
        <p:spPr>
          <a:xfrm>
            <a:off x="4890734" y="6248813"/>
            <a:ext cx="5757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400" dirty="0"/>
              <a:t>YES</a:t>
            </a:r>
            <a:endParaRPr lang="ko-KR" altLang="en-US" sz="1400" dirty="0"/>
          </a:p>
        </p:txBody>
      </p:sp>
      <p:sp>
        <p:nvSpPr>
          <p:cNvPr id="28" name="TextBox"/>
          <p:cNvSpPr txBox="1"/>
          <p:nvPr/>
        </p:nvSpPr>
        <p:spPr>
          <a:xfrm>
            <a:off x="3987297" y="3709550"/>
            <a:ext cx="614092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400" dirty="0"/>
              <a:t>YES</a:t>
            </a:r>
            <a:endParaRPr lang="ko-KR" altLang="en-US" sz="1400" dirty="0"/>
          </a:p>
        </p:txBody>
      </p:sp>
      <p:sp>
        <p:nvSpPr>
          <p:cNvPr id="29" name="TextBox"/>
          <p:cNvSpPr txBox="1"/>
          <p:nvPr/>
        </p:nvSpPr>
        <p:spPr>
          <a:xfrm>
            <a:off x="3731875" y="3424633"/>
            <a:ext cx="481965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400" dirty="0"/>
              <a:t>NO</a:t>
            </a:r>
            <a:endParaRPr lang="ko-KR" altLang="en-US" sz="1400" dirty="0"/>
          </a:p>
        </p:txBody>
      </p:sp>
      <p:cxnSp>
        <p:nvCxnSpPr>
          <p:cNvPr id="30" name="prstName"/>
          <p:cNvCxnSpPr/>
          <p:nvPr/>
        </p:nvCxnSpPr>
        <p:spPr>
          <a:xfrm rot="10800000">
            <a:off x="4109085" y="3576977"/>
            <a:ext cx="142875" cy="0"/>
          </a:xfrm>
          <a:prstGeom prst="line">
            <a:avLst/>
          </a:prstGeom>
          <a:ln w="44450">
            <a:solidFill>
              <a:srgbClr val="000000">
                <a:alpha val="10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사각형: 둥근 모서리 28"/>
          <p:cNvSpPr/>
          <p:nvPr/>
        </p:nvSpPr>
        <p:spPr>
          <a:xfrm>
            <a:off x="7838822" y="910960"/>
            <a:ext cx="666750" cy="333375"/>
          </a:xfrm>
          <a:prstGeom prst="roundRect">
            <a:avLst>
              <a:gd name="adj" fmla="val 50000"/>
            </a:avLst>
          </a:prstGeom>
          <a:solidFill>
            <a:srgbClr val="D9D9D9">
              <a:alpha val="100000"/>
            </a:srgb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bg1"/>
                </a:solidFill>
              </a:rPr>
              <a:t>시</a:t>
            </a:r>
            <a:r>
              <a:rPr lang="en-US" altLang="ko-KR" sz="1200" b="1" dirty="0">
                <a:solidFill>
                  <a:schemeClr val="bg1"/>
                </a:solidFill>
              </a:rPr>
              <a:t> </a:t>
            </a:r>
            <a:r>
              <a:rPr lang="ko-KR" altLang="en-US" sz="1200" b="1" dirty="0">
                <a:solidFill>
                  <a:schemeClr val="bg1"/>
                </a:solidFill>
              </a:rPr>
              <a:t>작</a:t>
            </a:r>
          </a:p>
        </p:txBody>
      </p:sp>
      <p:sp>
        <p:nvSpPr>
          <p:cNvPr id="32" name="사각형: 둥근 모서리 28"/>
          <p:cNvSpPr/>
          <p:nvPr/>
        </p:nvSpPr>
        <p:spPr>
          <a:xfrm>
            <a:off x="8619526" y="910847"/>
            <a:ext cx="666750" cy="333375"/>
          </a:xfrm>
          <a:prstGeom prst="roundRect">
            <a:avLst>
              <a:gd name="adj" fmla="val 50000"/>
            </a:avLst>
          </a:prstGeom>
          <a:solidFill>
            <a:schemeClr val="tx1">
              <a:alpha val="10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bg1"/>
                </a:solidFill>
              </a:rPr>
              <a:t>종</a:t>
            </a:r>
            <a:r>
              <a:rPr lang="en-US" altLang="ko-KR" sz="1200" b="1" dirty="0">
                <a:solidFill>
                  <a:schemeClr val="bg1"/>
                </a:solidFill>
              </a:rPr>
              <a:t> </a:t>
            </a:r>
            <a:r>
              <a:rPr lang="ko-KR" altLang="en-US" sz="1200" b="1" dirty="0">
                <a:solidFill>
                  <a:schemeClr val="bg1"/>
                </a:solidFill>
              </a:rPr>
              <a:t>료</a:t>
            </a:r>
          </a:p>
        </p:txBody>
      </p:sp>
      <p:sp>
        <p:nvSpPr>
          <p:cNvPr id="34" name="prstName">
            <a:extLst>
              <a:ext uri="{FF2B5EF4-FFF2-40B4-BE49-F238E27FC236}">
                <a16:creationId xmlns:a16="http://schemas.microsoft.com/office/drawing/2014/main" id="{A158F8C2-CB63-E1B3-A8F5-5B31452FF578}"/>
              </a:ext>
            </a:extLst>
          </p:cNvPr>
          <p:cNvSpPr/>
          <p:nvPr/>
        </p:nvSpPr>
        <p:spPr>
          <a:xfrm>
            <a:off x="3539252" y="4941172"/>
            <a:ext cx="1428750" cy="857250"/>
          </a:xfrm>
          <a:prstGeom prst="diamond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200" b="1" dirty="0">
                <a:solidFill>
                  <a:srgbClr val="000000"/>
                </a:solidFill>
              </a:rPr>
              <a:t>사용 가능한 이메일</a:t>
            </a:r>
            <a:r>
              <a:rPr lang="en-US" altLang="ko-KR" sz="1200" b="1" dirty="0">
                <a:solidFill>
                  <a:srgbClr val="000000"/>
                </a:solidFill>
              </a:rPr>
              <a:t>?</a:t>
            </a:r>
            <a:endParaRPr lang="ko-KR" altLang="en-US" sz="1200" b="1" dirty="0">
              <a:solidFill>
                <a:srgbClr val="000000"/>
              </a:solidFill>
            </a:endParaRPr>
          </a:p>
        </p:txBody>
      </p:sp>
      <p:cxnSp>
        <p:nvCxnSpPr>
          <p:cNvPr id="68" name="prstName">
            <a:extLst>
              <a:ext uri="{FF2B5EF4-FFF2-40B4-BE49-F238E27FC236}">
                <a16:creationId xmlns:a16="http://schemas.microsoft.com/office/drawing/2014/main" id="{A9387E69-1203-F1DB-7E0B-D5FBC80D2631}"/>
              </a:ext>
            </a:extLst>
          </p:cNvPr>
          <p:cNvCxnSpPr/>
          <p:nvPr/>
        </p:nvCxnSpPr>
        <p:spPr>
          <a:xfrm rot="5400000">
            <a:off x="4158376" y="2303493"/>
            <a:ext cx="190500" cy="1"/>
          </a:xfrm>
          <a:prstGeom prst="line">
            <a:avLst/>
          </a:prstGeom>
          <a:ln w="44450">
            <a:solidFill>
              <a:srgbClr val="000000">
                <a:alpha val="100000"/>
              </a:srgb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prstName">
            <a:extLst>
              <a:ext uri="{FF2B5EF4-FFF2-40B4-BE49-F238E27FC236}">
                <a16:creationId xmlns:a16="http://schemas.microsoft.com/office/drawing/2014/main" id="{D03AA4F6-2DB0-6302-9FFA-149B36FCF65D}"/>
              </a:ext>
            </a:extLst>
          </p:cNvPr>
          <p:cNvCxnSpPr/>
          <p:nvPr/>
        </p:nvCxnSpPr>
        <p:spPr>
          <a:xfrm rot="5400000">
            <a:off x="4158376" y="4043422"/>
            <a:ext cx="190500" cy="1"/>
          </a:xfrm>
          <a:prstGeom prst="line">
            <a:avLst/>
          </a:prstGeom>
          <a:ln w="44450">
            <a:solidFill>
              <a:srgbClr val="000000">
                <a:alpha val="100000"/>
              </a:srgb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prstName">
            <a:extLst>
              <a:ext uri="{FF2B5EF4-FFF2-40B4-BE49-F238E27FC236}">
                <a16:creationId xmlns:a16="http://schemas.microsoft.com/office/drawing/2014/main" id="{EB5D3CE3-2F7B-3FCE-B4FD-AB60A07A8283}"/>
              </a:ext>
            </a:extLst>
          </p:cNvPr>
          <p:cNvCxnSpPr/>
          <p:nvPr/>
        </p:nvCxnSpPr>
        <p:spPr>
          <a:xfrm rot="5400000">
            <a:off x="4158376" y="4829502"/>
            <a:ext cx="190500" cy="1"/>
          </a:xfrm>
          <a:prstGeom prst="line">
            <a:avLst/>
          </a:prstGeom>
          <a:ln w="44450">
            <a:solidFill>
              <a:srgbClr val="000000">
                <a:alpha val="100000"/>
              </a:srgb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prstName">
            <a:extLst>
              <a:ext uri="{FF2B5EF4-FFF2-40B4-BE49-F238E27FC236}">
                <a16:creationId xmlns:a16="http://schemas.microsoft.com/office/drawing/2014/main" id="{D4C611C5-F608-CFB5-36ED-6CF717AD9632}"/>
              </a:ext>
            </a:extLst>
          </p:cNvPr>
          <p:cNvCxnSpPr/>
          <p:nvPr/>
        </p:nvCxnSpPr>
        <p:spPr>
          <a:xfrm rot="5400000">
            <a:off x="4158376" y="5902032"/>
            <a:ext cx="190500" cy="1"/>
          </a:xfrm>
          <a:prstGeom prst="line">
            <a:avLst/>
          </a:prstGeom>
          <a:ln w="44450">
            <a:solidFill>
              <a:srgbClr val="000000">
                <a:alpha val="100000"/>
              </a:srgb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">
            <a:extLst>
              <a:ext uri="{FF2B5EF4-FFF2-40B4-BE49-F238E27FC236}">
                <a16:creationId xmlns:a16="http://schemas.microsoft.com/office/drawing/2014/main" id="{371AF7F4-F061-701B-6E13-FB3172E2F552}"/>
              </a:ext>
            </a:extLst>
          </p:cNvPr>
          <p:cNvSpPr txBox="1"/>
          <p:nvPr/>
        </p:nvSpPr>
        <p:spPr>
          <a:xfrm>
            <a:off x="3151777" y="5211125"/>
            <a:ext cx="481965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400" dirty="0"/>
              <a:t>NO</a:t>
            </a:r>
            <a:endParaRPr lang="ko-KR" altLang="en-US" sz="1400" dirty="0"/>
          </a:p>
        </p:txBody>
      </p:sp>
      <p:sp>
        <p:nvSpPr>
          <p:cNvPr id="73" name="TextBox">
            <a:extLst>
              <a:ext uri="{FF2B5EF4-FFF2-40B4-BE49-F238E27FC236}">
                <a16:creationId xmlns:a16="http://schemas.microsoft.com/office/drawing/2014/main" id="{892C6387-1E9A-DE2B-F041-B30A9A1A32F5}"/>
              </a:ext>
            </a:extLst>
          </p:cNvPr>
          <p:cNvSpPr txBox="1"/>
          <p:nvPr/>
        </p:nvSpPr>
        <p:spPr>
          <a:xfrm>
            <a:off x="4322725" y="5724500"/>
            <a:ext cx="5757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400" dirty="0"/>
              <a:t>YES</a:t>
            </a:r>
            <a:endParaRPr lang="ko-KR" altLang="en-US" sz="1400" dirty="0"/>
          </a:p>
        </p:txBody>
      </p:sp>
      <p:cxnSp>
        <p:nvCxnSpPr>
          <p:cNvPr id="75" name="연결선: 꺾임 74">
            <a:extLst>
              <a:ext uri="{FF2B5EF4-FFF2-40B4-BE49-F238E27FC236}">
                <a16:creationId xmlns:a16="http://schemas.microsoft.com/office/drawing/2014/main" id="{7D9804C1-31C1-CDE6-AB74-56819C4EDEDD}"/>
              </a:ext>
            </a:extLst>
          </p:cNvPr>
          <p:cNvCxnSpPr>
            <a:cxnSpLocks/>
            <a:stCxn id="72" idx="1"/>
          </p:cNvCxnSpPr>
          <p:nvPr/>
        </p:nvCxnSpPr>
        <p:spPr>
          <a:xfrm rot="10800000" flipH="1">
            <a:off x="3151777" y="4848951"/>
            <a:ext cx="982074" cy="514575"/>
          </a:xfrm>
          <a:prstGeom prst="bentConnector3">
            <a:avLst>
              <a:gd name="adj1" fmla="val -23277"/>
            </a:avLst>
          </a:prstGeom>
          <a:ln w="444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순서도: 문서 40">
            <a:extLst>
              <a:ext uri="{FF2B5EF4-FFF2-40B4-BE49-F238E27FC236}">
                <a16:creationId xmlns:a16="http://schemas.microsoft.com/office/drawing/2014/main" id="{526E9EDB-E7DC-1F0C-0BC1-95E5A4100721}"/>
              </a:ext>
            </a:extLst>
          </p:cNvPr>
          <p:cNvSpPr/>
          <p:nvPr/>
        </p:nvSpPr>
        <p:spPr>
          <a:xfrm>
            <a:off x="1374032" y="4559597"/>
            <a:ext cx="1428750" cy="1143000"/>
          </a:xfrm>
          <a:prstGeom prst="flowChartDocumen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[</a:t>
            </a:r>
            <a:r>
              <a:rPr lang="ko-KR" altLang="en-US" sz="1200" b="1" dirty="0">
                <a:solidFill>
                  <a:schemeClr val="tx1"/>
                </a:solidFill>
              </a:rPr>
              <a:t>시스템 알림</a:t>
            </a:r>
            <a:r>
              <a:rPr lang="en-US" altLang="ko-KR" sz="1200" b="1" dirty="0">
                <a:solidFill>
                  <a:schemeClr val="tx1"/>
                </a:solidFill>
              </a:rPr>
              <a:t>]</a:t>
            </a:r>
          </a:p>
          <a:p>
            <a:pPr algn="ctr"/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이미 가입된 이메일 입니다</a:t>
            </a:r>
            <a:r>
              <a:rPr lang="en-US" altLang="ko-KR" sz="1200" b="1" dirty="0">
                <a:solidFill>
                  <a:schemeClr val="tx1"/>
                </a:solidFill>
              </a:rPr>
              <a:t>.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cxnSp>
        <p:nvCxnSpPr>
          <p:cNvPr id="80" name="연결선: 꺾임 79">
            <a:extLst>
              <a:ext uri="{FF2B5EF4-FFF2-40B4-BE49-F238E27FC236}">
                <a16:creationId xmlns:a16="http://schemas.microsoft.com/office/drawing/2014/main" id="{B3BE001B-BC2C-EC70-ABB6-B8C378E0F1E5}"/>
              </a:ext>
            </a:extLst>
          </p:cNvPr>
          <p:cNvCxnSpPr>
            <a:cxnSpLocks/>
            <a:stCxn id="26" idx="1"/>
            <a:endCxn id="28" idx="1"/>
          </p:cNvCxnSpPr>
          <p:nvPr/>
        </p:nvCxnSpPr>
        <p:spPr>
          <a:xfrm rot="10800000" flipH="1">
            <a:off x="3155695" y="3861950"/>
            <a:ext cx="831601" cy="2539496"/>
          </a:xfrm>
          <a:prstGeom prst="bentConnector3">
            <a:avLst>
              <a:gd name="adj1" fmla="val -275180"/>
            </a:avLst>
          </a:prstGeom>
          <a:ln w="44450">
            <a:solidFill>
              <a:srgbClr val="000000">
                <a:alpha val="100000"/>
              </a:srgbClr>
            </a:solidFill>
            <a:headEnd type="triangl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44000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"/>
          <p:cNvSpPr txBox="1"/>
          <p:nvPr/>
        </p:nvSpPr>
        <p:spPr>
          <a:xfrm>
            <a:off x="422454" y="122696"/>
            <a:ext cx="3772535" cy="5791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ko-KR" altLang="en-US" sz="3200" b="1" dirty="0"/>
              <a:t>플로우 차트</a:t>
            </a:r>
            <a:r>
              <a:rPr lang="en-US" altLang="ko-KR" sz="3200" b="1" dirty="0"/>
              <a:t>(</a:t>
            </a:r>
            <a:r>
              <a:rPr lang="ko-KR" altLang="en-US" sz="3200" b="1" dirty="0"/>
              <a:t>로그인</a:t>
            </a:r>
            <a:r>
              <a:rPr lang="en-US" altLang="ko-KR" sz="3200" b="1" dirty="0"/>
              <a:t>)</a:t>
            </a:r>
            <a:endParaRPr lang="ko-KR" altLang="en-US" sz="3200" dirty="0"/>
          </a:p>
        </p:txBody>
      </p:sp>
      <p:cxnSp>
        <p:nvCxnSpPr>
          <p:cNvPr id="3" name="직선 연결선 5"/>
          <p:cNvCxnSpPr/>
          <p:nvPr/>
        </p:nvCxnSpPr>
        <p:spPr>
          <a:xfrm>
            <a:off x="553673" y="813208"/>
            <a:ext cx="8732940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사각형: 둥근 모서리 28"/>
          <p:cNvSpPr/>
          <p:nvPr/>
        </p:nvSpPr>
        <p:spPr>
          <a:xfrm>
            <a:off x="4118184" y="1026417"/>
            <a:ext cx="1428750" cy="571500"/>
          </a:xfrm>
          <a:prstGeom prst="roundRect">
            <a:avLst>
              <a:gd name="adj" fmla="val 50000"/>
            </a:avLst>
          </a:prstGeom>
          <a:solidFill>
            <a:srgbClr val="D9D9D9">
              <a:alpha val="100000"/>
            </a:srgb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bg1"/>
                </a:solidFill>
              </a:rPr>
              <a:t>로그인</a:t>
            </a:r>
          </a:p>
        </p:txBody>
      </p:sp>
      <p:sp>
        <p:nvSpPr>
          <p:cNvPr id="5" name="직사각형 23"/>
          <p:cNvSpPr/>
          <p:nvPr/>
        </p:nvSpPr>
        <p:spPr>
          <a:xfrm>
            <a:off x="4118371" y="1922462"/>
            <a:ext cx="1428750" cy="57150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>
                <a:solidFill>
                  <a:schemeClr val="tx1"/>
                </a:solidFill>
              </a:rPr>
              <a:t>로그인</a:t>
            </a:r>
            <a:r>
              <a:rPr lang="en-US" altLang="ko-KR" sz="1200" b="1">
                <a:solidFill>
                  <a:schemeClr val="tx1"/>
                </a:solidFill>
              </a:rPr>
              <a:t> </a:t>
            </a:r>
            <a:r>
              <a:rPr lang="ko-KR" altLang="en-US" sz="1200" b="1">
                <a:solidFill>
                  <a:schemeClr val="tx1"/>
                </a:solidFill>
              </a:rPr>
              <a:t>페이지</a:t>
            </a:r>
            <a:r>
              <a:rPr lang="en-US" altLang="ko-KR" sz="1200" b="1">
                <a:solidFill>
                  <a:schemeClr val="tx1"/>
                </a:solidFill>
              </a:rPr>
              <a:t> </a:t>
            </a:r>
            <a:r>
              <a:rPr lang="ko-KR" altLang="en-US" sz="1200" b="1">
                <a:solidFill>
                  <a:schemeClr val="tx1"/>
                </a:solidFill>
              </a:rPr>
              <a:t>진입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6" name="사각형: 둥근 모서리 28"/>
          <p:cNvSpPr/>
          <p:nvPr/>
        </p:nvSpPr>
        <p:spPr>
          <a:xfrm>
            <a:off x="4118184" y="5794632"/>
            <a:ext cx="1428750" cy="571500"/>
          </a:xfrm>
          <a:prstGeom prst="roundRect">
            <a:avLst>
              <a:gd name="adj" fmla="val 50000"/>
            </a:avLst>
          </a:prstGeom>
          <a:solidFill>
            <a:schemeClr val="tx1">
              <a:alpha val="10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bg1"/>
                </a:solidFill>
              </a:rPr>
              <a:t>메인</a:t>
            </a:r>
            <a:r>
              <a:rPr lang="en-US" altLang="ko-KR" sz="1200" b="1" dirty="0">
                <a:solidFill>
                  <a:schemeClr val="bg1"/>
                </a:solidFill>
              </a:rPr>
              <a:t> </a:t>
            </a:r>
            <a:r>
              <a:rPr lang="ko-KR" altLang="en-US" sz="1200" b="1" dirty="0">
                <a:solidFill>
                  <a:schemeClr val="bg1"/>
                </a:solidFill>
              </a:rPr>
              <a:t>화면</a:t>
            </a:r>
            <a:br>
              <a:rPr lang="en-US" altLang="ko-KR" sz="1200" b="1" dirty="0">
                <a:solidFill>
                  <a:schemeClr val="bg1"/>
                </a:solidFill>
              </a:rPr>
            </a:br>
            <a:r>
              <a:rPr lang="ko-KR" altLang="en-US" sz="1200" b="1" dirty="0">
                <a:solidFill>
                  <a:schemeClr val="bg1"/>
                </a:solidFill>
              </a:rPr>
              <a:t>이동</a:t>
            </a:r>
          </a:p>
        </p:txBody>
      </p:sp>
      <p:cxnSp>
        <p:nvCxnSpPr>
          <p:cNvPr id="7" name="prstName"/>
          <p:cNvCxnSpPr>
            <a:endCxn id="5" idx="0"/>
          </p:cNvCxnSpPr>
          <p:nvPr/>
        </p:nvCxnSpPr>
        <p:spPr>
          <a:xfrm rot="16200000" flipH="1">
            <a:off x="4670504" y="1760220"/>
            <a:ext cx="324486" cy="0"/>
          </a:xfrm>
          <a:prstGeom prst="line">
            <a:avLst/>
          </a:prstGeom>
          <a:ln w="44450">
            <a:solidFill>
              <a:srgbClr val="000000">
                <a:alpha val="100000"/>
              </a:srgb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prstName"/>
          <p:cNvSpPr/>
          <p:nvPr/>
        </p:nvSpPr>
        <p:spPr>
          <a:xfrm>
            <a:off x="4117975" y="3715702"/>
            <a:ext cx="1428750" cy="857250"/>
          </a:xfrm>
          <a:prstGeom prst="diamond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200" b="1">
                <a:solidFill>
                  <a:srgbClr val="000000"/>
                </a:solidFill>
              </a:rPr>
              <a:t>계정</a:t>
            </a:r>
            <a:r>
              <a:rPr lang="en-US" altLang="ko-KR" sz="1200" b="1">
                <a:solidFill>
                  <a:srgbClr val="000000"/>
                </a:solidFill>
              </a:rPr>
              <a:t> </a:t>
            </a:r>
            <a:r>
              <a:rPr lang="ko-KR" altLang="en-US" sz="1200" b="1">
                <a:solidFill>
                  <a:srgbClr val="000000"/>
                </a:solidFill>
              </a:rPr>
              <a:t>인증</a:t>
            </a:r>
            <a:r>
              <a:rPr lang="en-US" altLang="ko-KR" sz="1200" b="1">
                <a:solidFill>
                  <a:srgbClr val="000000"/>
                </a:solidFill>
              </a:rPr>
              <a:t> </a:t>
            </a:r>
            <a:r>
              <a:rPr lang="ko-KR" altLang="en-US" sz="1200" b="1">
                <a:solidFill>
                  <a:srgbClr val="000000"/>
                </a:solidFill>
              </a:rPr>
              <a:t>및</a:t>
            </a:r>
            <a:r>
              <a:rPr lang="en-US" altLang="ko-KR" sz="1200" b="1">
                <a:solidFill>
                  <a:srgbClr val="000000"/>
                </a:solidFill>
              </a:rPr>
              <a:t> </a:t>
            </a:r>
            <a:r>
              <a:rPr lang="ko-KR" altLang="en-US" sz="1200" b="1">
                <a:solidFill>
                  <a:srgbClr val="000000"/>
                </a:solidFill>
              </a:rPr>
              <a:t>유효성</a:t>
            </a:r>
            <a:r>
              <a:rPr lang="en-US" altLang="ko-KR" sz="1200" b="1">
                <a:solidFill>
                  <a:srgbClr val="000000"/>
                </a:solidFill>
              </a:rPr>
              <a:t> </a:t>
            </a:r>
            <a:r>
              <a:rPr lang="ko-KR" altLang="en-US" sz="1200" b="1">
                <a:solidFill>
                  <a:srgbClr val="000000"/>
                </a:solidFill>
              </a:rPr>
              <a:t>검사</a:t>
            </a:r>
          </a:p>
        </p:txBody>
      </p:sp>
      <p:sp>
        <p:nvSpPr>
          <p:cNvPr id="9" name="prstName"/>
          <p:cNvSpPr/>
          <p:nvPr/>
        </p:nvSpPr>
        <p:spPr>
          <a:xfrm>
            <a:off x="4117976" y="2819082"/>
            <a:ext cx="1428750" cy="571500"/>
          </a:xfrm>
          <a:prstGeom prst="parallelogram">
            <a:avLst>
              <a:gd name="adj" fmla="val 25000"/>
            </a:avLst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200" b="1" dirty="0">
                <a:solidFill>
                  <a:schemeClr val="tx1"/>
                </a:solidFill>
              </a:rPr>
              <a:t>이메일</a:t>
            </a:r>
            <a:r>
              <a:rPr lang="en-US" altLang="ko-KR" sz="1200" b="1" dirty="0">
                <a:solidFill>
                  <a:schemeClr val="tx1"/>
                </a:solidFill>
              </a:rPr>
              <a:t> </a:t>
            </a:r>
            <a:r>
              <a:rPr lang="ko-KR" altLang="en-US" sz="1200" b="1" dirty="0">
                <a:solidFill>
                  <a:schemeClr val="tx1"/>
                </a:solidFill>
              </a:rPr>
              <a:t>및</a:t>
            </a:r>
            <a:r>
              <a:rPr lang="en-US" altLang="ko-KR" sz="1200" b="1" dirty="0">
                <a:solidFill>
                  <a:schemeClr val="tx1"/>
                </a:solidFill>
              </a:rPr>
              <a:t> </a:t>
            </a:r>
            <a:r>
              <a:rPr lang="ko-KR" altLang="en-US" sz="1200" b="1" dirty="0">
                <a:solidFill>
                  <a:schemeClr val="tx1"/>
                </a:solidFill>
              </a:rPr>
              <a:t>비밀번호</a:t>
            </a:r>
            <a:r>
              <a:rPr lang="en-US" altLang="ko-KR" sz="1200" b="1" dirty="0">
                <a:solidFill>
                  <a:schemeClr val="tx1"/>
                </a:solidFill>
              </a:rPr>
              <a:t> </a:t>
            </a:r>
            <a:r>
              <a:rPr lang="ko-KR" altLang="en-US" sz="1200" b="1" dirty="0">
                <a:solidFill>
                  <a:schemeClr val="tx1"/>
                </a:solidFill>
              </a:rPr>
              <a:t>입력</a:t>
            </a:r>
            <a:endParaRPr lang="ko-KR" altLang="en-US" sz="1200" b="1">
              <a:solidFill>
                <a:schemeClr val="tx1"/>
              </a:solidFill>
            </a:endParaRPr>
          </a:p>
        </p:txBody>
      </p:sp>
      <p:cxnSp>
        <p:nvCxnSpPr>
          <p:cNvPr id="10" name="prstName"/>
          <p:cNvCxnSpPr/>
          <p:nvPr/>
        </p:nvCxnSpPr>
        <p:spPr>
          <a:xfrm rot="10800000">
            <a:off x="2971165" y="4493577"/>
            <a:ext cx="1123950" cy="0"/>
          </a:xfrm>
          <a:prstGeom prst="line">
            <a:avLst/>
          </a:prstGeom>
          <a:ln w="44450">
            <a:solidFill>
              <a:srgbClr val="000000">
                <a:alpha val="100000"/>
              </a:srgbClr>
            </a:solidFill>
            <a:tailEnd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prstName"/>
          <p:cNvCxnSpPr/>
          <p:nvPr/>
        </p:nvCxnSpPr>
        <p:spPr>
          <a:xfrm rot="5400000" flipH="1" flipV="1">
            <a:off x="2051255" y="3582335"/>
            <a:ext cx="1857375" cy="8256"/>
          </a:xfrm>
          <a:prstGeom prst="line">
            <a:avLst/>
          </a:prstGeom>
          <a:ln w="44450">
            <a:solidFill>
              <a:srgbClr val="000000">
                <a:alpha val="10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prstName"/>
          <p:cNvCxnSpPr/>
          <p:nvPr/>
        </p:nvCxnSpPr>
        <p:spPr>
          <a:xfrm rot="10800000" flipV="1">
            <a:off x="2960892" y="2645727"/>
            <a:ext cx="1700213" cy="635"/>
          </a:xfrm>
          <a:prstGeom prst="line">
            <a:avLst/>
          </a:prstGeom>
          <a:ln w="44450">
            <a:solidFill>
              <a:srgbClr val="000000">
                <a:alpha val="100000"/>
              </a:srgbClr>
            </a:solidFill>
            <a:head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23"/>
          <p:cNvSpPr/>
          <p:nvPr/>
        </p:nvSpPr>
        <p:spPr>
          <a:xfrm>
            <a:off x="4118371" y="4898072"/>
            <a:ext cx="1428750" cy="57150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>
                <a:solidFill>
                  <a:schemeClr val="tx1"/>
                </a:solidFill>
              </a:rPr>
              <a:t>로그인</a:t>
            </a:r>
            <a:r>
              <a:rPr lang="en-US" altLang="ko-KR" sz="1200" b="1">
                <a:solidFill>
                  <a:schemeClr val="tx1"/>
                </a:solidFill>
              </a:rPr>
              <a:t> </a:t>
            </a:r>
            <a:r>
              <a:rPr lang="ko-KR" altLang="en-US" sz="1200" b="1">
                <a:solidFill>
                  <a:schemeClr val="tx1"/>
                </a:solidFill>
              </a:rPr>
              <a:t>세션</a:t>
            </a:r>
            <a:r>
              <a:rPr lang="en-US" altLang="ko-KR" sz="1200" b="1">
                <a:solidFill>
                  <a:schemeClr val="tx1"/>
                </a:solidFill>
              </a:rPr>
              <a:t> </a:t>
            </a:r>
            <a:r>
              <a:rPr lang="ko-KR" altLang="en-US" sz="1200" b="1">
                <a:solidFill>
                  <a:schemeClr val="tx1"/>
                </a:solidFill>
              </a:rPr>
              <a:t>생성</a:t>
            </a:r>
            <a:r>
              <a:rPr lang="en-US" altLang="ko-KR" sz="1200" b="1">
                <a:solidFill>
                  <a:schemeClr val="tx1"/>
                </a:solidFill>
              </a:rPr>
              <a:t> </a:t>
            </a:r>
            <a:r>
              <a:rPr lang="ko-KR" altLang="en-US" sz="1200" b="1">
                <a:solidFill>
                  <a:schemeClr val="tx1"/>
                </a:solidFill>
              </a:rPr>
              <a:t>및</a:t>
            </a:r>
            <a:r>
              <a:rPr lang="en-US" altLang="ko-KR" sz="1200" b="1">
                <a:solidFill>
                  <a:schemeClr val="tx1"/>
                </a:solidFill>
              </a:rPr>
              <a:t> </a:t>
            </a:r>
            <a:r>
              <a:rPr lang="ko-KR" altLang="en-US" sz="1200" b="1">
                <a:solidFill>
                  <a:schemeClr val="tx1"/>
                </a:solidFill>
              </a:rPr>
              <a:t>상태</a:t>
            </a:r>
            <a:r>
              <a:rPr lang="en-US" altLang="ko-KR" sz="1200" b="1">
                <a:solidFill>
                  <a:schemeClr val="tx1"/>
                </a:solidFill>
              </a:rPr>
              <a:t> </a:t>
            </a:r>
            <a:r>
              <a:rPr lang="ko-KR" altLang="en-US" sz="1200" b="1">
                <a:solidFill>
                  <a:schemeClr val="tx1"/>
                </a:solidFill>
              </a:rPr>
              <a:t>유지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14" name="TextBox"/>
          <p:cNvSpPr txBox="1"/>
          <p:nvPr/>
        </p:nvSpPr>
        <p:spPr>
          <a:xfrm>
            <a:off x="3238096" y="4376158"/>
            <a:ext cx="1322705" cy="51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>
              <a:defRPr/>
            </a:pPr>
            <a:r>
              <a:rPr lang="en-US" altLang="ko-KR" sz="1400"/>
              <a:t>NO</a:t>
            </a:r>
          </a:p>
          <a:p>
            <a:pPr lvl="0">
              <a:defRPr/>
            </a:pPr>
            <a:r>
              <a:rPr lang="en-US" altLang="ko-KR" sz="1400"/>
              <a:t>(</a:t>
            </a:r>
            <a:r>
              <a:rPr lang="ko-KR" altLang="en-US" sz="1400"/>
              <a:t>로그인</a:t>
            </a:r>
            <a:r>
              <a:rPr lang="en-US" altLang="ko-KR" sz="1400"/>
              <a:t> </a:t>
            </a:r>
            <a:r>
              <a:rPr lang="ko-KR" altLang="en-US" sz="1400"/>
              <a:t>실패</a:t>
            </a:r>
            <a:r>
              <a:rPr lang="en-US" altLang="ko-KR" sz="1400"/>
              <a:t>)</a:t>
            </a:r>
            <a:endParaRPr lang="ko-KR" altLang="en-US" sz="1400"/>
          </a:p>
        </p:txBody>
      </p:sp>
      <p:sp>
        <p:nvSpPr>
          <p:cNvPr id="15" name="TextBox"/>
          <p:cNvSpPr txBox="1"/>
          <p:nvPr/>
        </p:nvSpPr>
        <p:spPr>
          <a:xfrm>
            <a:off x="4846452" y="4514990"/>
            <a:ext cx="150876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400"/>
              <a:t>YES(</a:t>
            </a:r>
            <a:r>
              <a:rPr lang="ko-KR" altLang="en-US" sz="1400" dirty="0"/>
              <a:t>로그인성공</a:t>
            </a:r>
            <a:r>
              <a:rPr lang="en-US" altLang="ko-KR" sz="1400" dirty="0"/>
              <a:t>)</a:t>
            </a:r>
            <a:endParaRPr lang="ko-KR" altLang="en-US" sz="1400"/>
          </a:p>
        </p:txBody>
      </p:sp>
      <p:sp>
        <p:nvSpPr>
          <p:cNvPr id="16" name="순서도: 문서 40"/>
          <p:cNvSpPr/>
          <p:nvPr/>
        </p:nvSpPr>
        <p:spPr>
          <a:xfrm>
            <a:off x="1428634" y="2906583"/>
            <a:ext cx="1428750" cy="1143000"/>
          </a:xfrm>
          <a:prstGeom prst="flowChartDocumen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[</a:t>
            </a:r>
            <a:r>
              <a:rPr lang="ko-KR" altLang="en-US" sz="1200" b="1" dirty="0">
                <a:solidFill>
                  <a:schemeClr val="tx1"/>
                </a:solidFill>
              </a:rPr>
              <a:t>시스템 알림</a:t>
            </a:r>
            <a:r>
              <a:rPr lang="en-US" altLang="ko-KR" sz="1200" b="1" dirty="0">
                <a:solidFill>
                  <a:schemeClr val="tx1"/>
                </a:solidFill>
              </a:rPr>
              <a:t>]</a:t>
            </a:r>
          </a:p>
          <a:p>
            <a:pPr algn="ctr"/>
            <a:endParaRPr lang="en-US" altLang="ko-KR" sz="12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이메일 또는 비밀번호를 확인하세요</a:t>
            </a:r>
            <a:r>
              <a:rPr lang="en-US" altLang="ko-KR" sz="1200" b="1" dirty="0">
                <a:solidFill>
                  <a:schemeClr val="tx1"/>
                </a:solidFill>
              </a:rPr>
              <a:t>.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17" name="사각형: 둥근 모서리 28"/>
          <p:cNvSpPr/>
          <p:nvPr/>
        </p:nvSpPr>
        <p:spPr>
          <a:xfrm>
            <a:off x="7838822" y="910960"/>
            <a:ext cx="666750" cy="333375"/>
          </a:xfrm>
          <a:prstGeom prst="roundRect">
            <a:avLst>
              <a:gd name="adj" fmla="val 50000"/>
            </a:avLst>
          </a:prstGeom>
          <a:solidFill>
            <a:srgbClr val="D9D9D9">
              <a:alpha val="100000"/>
            </a:srgb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bg1"/>
                </a:solidFill>
              </a:rPr>
              <a:t>시</a:t>
            </a:r>
            <a:r>
              <a:rPr lang="en-US" altLang="ko-KR" sz="1200" b="1" dirty="0">
                <a:solidFill>
                  <a:schemeClr val="bg1"/>
                </a:solidFill>
              </a:rPr>
              <a:t> </a:t>
            </a:r>
            <a:r>
              <a:rPr lang="ko-KR" altLang="en-US" sz="1200" b="1" dirty="0">
                <a:solidFill>
                  <a:schemeClr val="bg1"/>
                </a:solidFill>
              </a:rPr>
              <a:t>작</a:t>
            </a:r>
          </a:p>
        </p:txBody>
      </p:sp>
      <p:sp>
        <p:nvSpPr>
          <p:cNvPr id="18" name="사각형: 둥근 모서리 28"/>
          <p:cNvSpPr/>
          <p:nvPr/>
        </p:nvSpPr>
        <p:spPr>
          <a:xfrm>
            <a:off x="8619526" y="910847"/>
            <a:ext cx="666750" cy="333375"/>
          </a:xfrm>
          <a:prstGeom prst="roundRect">
            <a:avLst>
              <a:gd name="adj" fmla="val 50000"/>
            </a:avLst>
          </a:prstGeom>
          <a:solidFill>
            <a:schemeClr val="tx1">
              <a:alpha val="10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bg1"/>
                </a:solidFill>
              </a:rPr>
              <a:t>종</a:t>
            </a:r>
            <a:r>
              <a:rPr lang="en-US" altLang="ko-KR" sz="1200" b="1" dirty="0">
                <a:solidFill>
                  <a:schemeClr val="bg1"/>
                </a:solidFill>
              </a:rPr>
              <a:t> </a:t>
            </a:r>
            <a:r>
              <a:rPr lang="ko-KR" altLang="en-US" sz="1200" b="1" dirty="0">
                <a:solidFill>
                  <a:schemeClr val="bg1"/>
                </a:solidFill>
              </a:rPr>
              <a:t>료</a:t>
            </a:r>
          </a:p>
        </p:txBody>
      </p:sp>
      <p:cxnSp>
        <p:nvCxnSpPr>
          <p:cNvPr id="19" name="prstName"/>
          <p:cNvCxnSpPr/>
          <p:nvPr/>
        </p:nvCxnSpPr>
        <p:spPr>
          <a:xfrm rot="16200000" flipH="1">
            <a:off x="4670504" y="2656205"/>
            <a:ext cx="324486" cy="0"/>
          </a:xfrm>
          <a:prstGeom prst="line">
            <a:avLst/>
          </a:prstGeom>
          <a:ln w="44450">
            <a:solidFill>
              <a:srgbClr val="000000">
                <a:alpha val="100000"/>
              </a:srgb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prstName"/>
          <p:cNvCxnSpPr/>
          <p:nvPr/>
        </p:nvCxnSpPr>
        <p:spPr>
          <a:xfrm rot="16200000" flipH="1">
            <a:off x="4670504" y="3552825"/>
            <a:ext cx="324486" cy="0"/>
          </a:xfrm>
          <a:prstGeom prst="line">
            <a:avLst/>
          </a:prstGeom>
          <a:ln w="44450">
            <a:solidFill>
              <a:srgbClr val="000000">
                <a:alpha val="100000"/>
              </a:srgb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prstName"/>
          <p:cNvCxnSpPr/>
          <p:nvPr/>
        </p:nvCxnSpPr>
        <p:spPr>
          <a:xfrm rot="16200000" flipH="1">
            <a:off x="4670504" y="4735195"/>
            <a:ext cx="324486" cy="0"/>
          </a:xfrm>
          <a:prstGeom prst="line">
            <a:avLst/>
          </a:prstGeom>
          <a:ln w="44450">
            <a:solidFill>
              <a:srgbClr val="000000">
                <a:alpha val="100000"/>
              </a:srgb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prstName"/>
          <p:cNvCxnSpPr/>
          <p:nvPr/>
        </p:nvCxnSpPr>
        <p:spPr>
          <a:xfrm rot="16200000" flipH="1">
            <a:off x="4670504" y="5631815"/>
            <a:ext cx="324486" cy="0"/>
          </a:xfrm>
          <a:prstGeom prst="line">
            <a:avLst/>
          </a:prstGeom>
          <a:ln w="44450">
            <a:solidFill>
              <a:srgbClr val="000000">
                <a:alpha val="100000"/>
              </a:srgb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"/>
          <p:cNvSpPr txBox="1"/>
          <p:nvPr/>
        </p:nvSpPr>
        <p:spPr>
          <a:xfrm>
            <a:off x="422454" y="122696"/>
            <a:ext cx="5604510" cy="5791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ko-KR" altLang="en-US" sz="3200" b="1" dirty="0"/>
              <a:t>플로우 차트</a:t>
            </a:r>
            <a:r>
              <a:rPr lang="en-US" altLang="ko-KR" sz="3200" b="1" dirty="0"/>
              <a:t>(AI </a:t>
            </a:r>
            <a:r>
              <a:rPr lang="ko-KR" altLang="en-US" sz="3200" b="1" dirty="0"/>
              <a:t>페르소나</a:t>
            </a:r>
            <a:r>
              <a:rPr lang="en-US" altLang="ko-KR" sz="3200" b="1" dirty="0"/>
              <a:t> </a:t>
            </a:r>
            <a:r>
              <a:rPr lang="ko-KR" altLang="en-US" sz="3200" b="1" dirty="0"/>
              <a:t>챗</a:t>
            </a:r>
            <a:r>
              <a:rPr lang="en-US" altLang="ko-KR" sz="3200" b="1" dirty="0"/>
              <a:t> </a:t>
            </a:r>
            <a:r>
              <a:rPr lang="ko-KR" altLang="en-US" sz="3200" b="1" dirty="0"/>
              <a:t>봇</a:t>
            </a:r>
            <a:r>
              <a:rPr lang="en-US" altLang="ko-KR" sz="3200" b="1" dirty="0"/>
              <a:t>)</a:t>
            </a:r>
            <a:endParaRPr lang="ko-KR" altLang="en-US" sz="3200" dirty="0"/>
          </a:p>
        </p:txBody>
      </p:sp>
      <p:cxnSp>
        <p:nvCxnSpPr>
          <p:cNvPr id="3" name="직선 연결선 5"/>
          <p:cNvCxnSpPr/>
          <p:nvPr/>
        </p:nvCxnSpPr>
        <p:spPr>
          <a:xfrm>
            <a:off x="553673" y="813208"/>
            <a:ext cx="8732940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사각형: 둥근 모서리 28"/>
          <p:cNvSpPr/>
          <p:nvPr/>
        </p:nvSpPr>
        <p:spPr>
          <a:xfrm>
            <a:off x="1029544" y="1159132"/>
            <a:ext cx="1428750" cy="571500"/>
          </a:xfrm>
          <a:prstGeom prst="roundRect">
            <a:avLst>
              <a:gd name="adj" fmla="val 50000"/>
            </a:avLst>
          </a:prstGeom>
          <a:solidFill>
            <a:srgbClr val="D9D9D9">
              <a:alpha val="100000"/>
            </a:srgb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rgbClr val="FFFFFF"/>
                </a:solidFill>
              </a:rPr>
              <a:t>A</a:t>
            </a:r>
            <a:r>
              <a:rPr lang="en-US" altLang="ko-KR" sz="1200" b="1" dirty="0">
                <a:solidFill>
                  <a:srgbClr val="FFFFFF"/>
                </a:solidFill>
              </a:rPr>
              <a:t>I </a:t>
            </a:r>
            <a:r>
              <a:rPr lang="ko-KR" altLang="en-US" sz="1200" b="1" dirty="0">
                <a:solidFill>
                  <a:srgbClr val="FFFFFF"/>
                </a:solidFill>
              </a:rPr>
              <a:t>챗</a:t>
            </a:r>
            <a:r>
              <a:rPr lang="en-US" altLang="ko-KR" sz="1200" b="1" dirty="0">
                <a:solidFill>
                  <a:srgbClr val="FFFFFF"/>
                </a:solidFill>
              </a:rPr>
              <a:t> </a:t>
            </a:r>
            <a:r>
              <a:rPr lang="ko-KR" altLang="en-US" sz="1200" b="1" dirty="0">
                <a:solidFill>
                  <a:srgbClr val="FFFFFF"/>
                </a:solidFill>
              </a:rPr>
              <a:t>봇</a:t>
            </a:r>
          </a:p>
        </p:txBody>
      </p:sp>
      <p:sp>
        <p:nvSpPr>
          <p:cNvPr id="5" name="직사각형 23"/>
          <p:cNvSpPr/>
          <p:nvPr/>
        </p:nvSpPr>
        <p:spPr>
          <a:xfrm>
            <a:off x="1029731" y="2224087"/>
            <a:ext cx="1428750" cy="57150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>
                <a:solidFill>
                  <a:schemeClr val="tx1"/>
                </a:solidFill>
              </a:rPr>
              <a:t>A</a:t>
            </a:r>
            <a:r>
              <a:rPr lang="en-US" altLang="ko-KR" sz="1200" b="1">
                <a:solidFill>
                  <a:schemeClr val="tx1"/>
                </a:solidFill>
              </a:rPr>
              <a:t>I </a:t>
            </a:r>
            <a:r>
              <a:rPr lang="ko-KR" altLang="en-US" sz="1200" b="1">
                <a:solidFill>
                  <a:schemeClr val="tx1"/>
                </a:solidFill>
              </a:rPr>
              <a:t>챗</a:t>
            </a:r>
            <a:r>
              <a:rPr lang="en-US" altLang="ko-KR" sz="1200" b="1">
                <a:solidFill>
                  <a:schemeClr val="tx1"/>
                </a:solidFill>
              </a:rPr>
              <a:t> </a:t>
            </a:r>
            <a:r>
              <a:rPr lang="ko-KR" altLang="en-US" sz="1200" b="1">
                <a:solidFill>
                  <a:schemeClr val="tx1"/>
                </a:solidFill>
              </a:rPr>
              <a:t>봇</a:t>
            </a:r>
            <a:r>
              <a:rPr lang="en-US" altLang="ko-KR" sz="1200" b="1">
                <a:solidFill>
                  <a:schemeClr val="tx1"/>
                </a:solidFill>
              </a:rPr>
              <a:t> </a:t>
            </a:r>
            <a:r>
              <a:rPr lang="ko-KR" altLang="en-US" sz="1200" b="1">
                <a:solidFill>
                  <a:schemeClr val="tx1"/>
                </a:solidFill>
              </a:rPr>
              <a:t>화면</a:t>
            </a:r>
            <a:r>
              <a:rPr lang="en-US" altLang="ko-KR" sz="1200" b="1">
                <a:solidFill>
                  <a:schemeClr val="tx1"/>
                </a:solidFill>
              </a:rPr>
              <a:t> </a:t>
            </a:r>
            <a:r>
              <a:rPr lang="ko-KR" altLang="en-US" sz="1200" b="1">
                <a:solidFill>
                  <a:schemeClr val="tx1"/>
                </a:solidFill>
              </a:rPr>
              <a:t>진입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6" name="prstName"/>
          <p:cNvSpPr/>
          <p:nvPr/>
        </p:nvSpPr>
        <p:spPr>
          <a:xfrm>
            <a:off x="1029335" y="4492307"/>
            <a:ext cx="1428750" cy="571500"/>
          </a:xfrm>
          <a:prstGeom prst="parallelogram">
            <a:avLst>
              <a:gd name="adj" fmla="val 25000"/>
            </a:avLst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200" b="1">
                <a:solidFill>
                  <a:schemeClr val="tx1"/>
                </a:solidFill>
              </a:rPr>
              <a:t>AI </a:t>
            </a:r>
            <a:r>
              <a:rPr lang="ko-KR" altLang="en-US" sz="1200" b="1">
                <a:solidFill>
                  <a:schemeClr val="tx1"/>
                </a:solidFill>
              </a:rPr>
              <a:t>인사말</a:t>
            </a:r>
            <a:br>
              <a:rPr lang="en-US" altLang="ko-KR" sz="1200" b="1">
                <a:solidFill>
                  <a:schemeClr val="tx1"/>
                </a:solidFill>
              </a:rPr>
            </a:br>
            <a:r>
              <a:rPr lang="ko-KR" altLang="en-US" sz="1200" b="1">
                <a:solidFill>
                  <a:schemeClr val="tx1"/>
                </a:solidFill>
              </a:rPr>
              <a:t>출력</a:t>
            </a:r>
          </a:p>
        </p:txBody>
      </p:sp>
      <p:sp>
        <p:nvSpPr>
          <p:cNvPr id="7" name="prstName"/>
          <p:cNvSpPr/>
          <p:nvPr/>
        </p:nvSpPr>
        <p:spPr>
          <a:xfrm>
            <a:off x="4601210" y="2575877"/>
            <a:ext cx="1428750" cy="571500"/>
          </a:xfrm>
          <a:prstGeom prst="parallelogram">
            <a:avLst>
              <a:gd name="adj" fmla="val 25000"/>
            </a:avLst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200" b="1" dirty="0">
                <a:solidFill>
                  <a:schemeClr val="tx1"/>
                </a:solidFill>
              </a:rPr>
              <a:t>위기</a:t>
            </a:r>
            <a:r>
              <a:rPr lang="en-US" altLang="ko-KR" sz="1200" b="1" dirty="0">
                <a:solidFill>
                  <a:schemeClr val="tx1"/>
                </a:solidFill>
              </a:rPr>
              <a:t> </a:t>
            </a:r>
            <a:r>
              <a:rPr lang="ko-KR" altLang="en-US" sz="1200" b="1" dirty="0">
                <a:solidFill>
                  <a:schemeClr val="tx1"/>
                </a:solidFill>
              </a:rPr>
              <a:t>대응</a:t>
            </a:r>
            <a:br>
              <a:rPr lang="en-US" altLang="ko-KR" sz="1200" b="1" dirty="0">
                <a:solidFill>
                  <a:schemeClr val="tx1"/>
                </a:solidFill>
              </a:rPr>
            </a:br>
            <a:r>
              <a:rPr lang="ko-KR" altLang="en-US" sz="1200" b="1" dirty="0">
                <a:solidFill>
                  <a:schemeClr val="tx1"/>
                </a:solidFill>
              </a:rPr>
              <a:t>답변</a:t>
            </a:r>
            <a:r>
              <a:rPr lang="en-US" altLang="ko-KR" sz="1200" b="1" dirty="0">
                <a:solidFill>
                  <a:schemeClr val="tx1"/>
                </a:solidFill>
              </a:rPr>
              <a:t> </a:t>
            </a:r>
            <a:r>
              <a:rPr lang="ko-KR" altLang="en-US" sz="1200" b="1" dirty="0">
                <a:solidFill>
                  <a:schemeClr val="tx1"/>
                </a:solidFill>
              </a:rPr>
              <a:t>제공</a:t>
            </a:r>
            <a:endParaRPr lang="ko-KR" altLang="en-US" sz="1200" b="1">
              <a:solidFill>
                <a:schemeClr val="tx1"/>
              </a:solidFill>
            </a:endParaRPr>
          </a:p>
        </p:txBody>
      </p:sp>
      <p:sp>
        <p:nvSpPr>
          <p:cNvPr id="8" name="사각형: 둥근 모서리 28"/>
          <p:cNvSpPr/>
          <p:nvPr/>
        </p:nvSpPr>
        <p:spPr>
          <a:xfrm>
            <a:off x="7343349" y="6132452"/>
            <a:ext cx="1428750" cy="571500"/>
          </a:xfrm>
          <a:prstGeom prst="roundRect">
            <a:avLst>
              <a:gd name="adj" fmla="val 50000"/>
            </a:avLst>
          </a:prstGeom>
          <a:solidFill>
            <a:srgbClr val="000000">
              <a:alpha val="100000"/>
            </a:srgb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rgbClr val="FFFFFF"/>
                </a:solidFill>
              </a:rPr>
              <a:t>메인</a:t>
            </a:r>
            <a:r>
              <a:rPr lang="en-US" altLang="ko-KR" sz="1200" b="1" dirty="0">
                <a:solidFill>
                  <a:srgbClr val="FFFFFF"/>
                </a:solidFill>
              </a:rPr>
              <a:t> </a:t>
            </a:r>
            <a:r>
              <a:rPr lang="ko-KR" altLang="en-US" sz="1200" b="1" dirty="0">
                <a:solidFill>
                  <a:srgbClr val="FFFFFF"/>
                </a:solidFill>
              </a:rPr>
              <a:t>화면</a:t>
            </a:r>
            <a:br>
              <a:rPr lang="en-US" altLang="ko-KR" sz="1200" b="1" dirty="0">
                <a:solidFill>
                  <a:srgbClr val="FFFFFF"/>
                </a:solidFill>
              </a:rPr>
            </a:br>
            <a:r>
              <a:rPr lang="ko-KR" altLang="en-US" sz="1200" b="1" dirty="0">
                <a:solidFill>
                  <a:srgbClr val="FFFFFF"/>
                </a:solidFill>
              </a:rPr>
              <a:t>이동</a:t>
            </a:r>
          </a:p>
        </p:txBody>
      </p:sp>
      <p:cxnSp>
        <p:nvCxnSpPr>
          <p:cNvPr id="9" name="prstName"/>
          <p:cNvCxnSpPr/>
          <p:nvPr/>
        </p:nvCxnSpPr>
        <p:spPr>
          <a:xfrm rot="16200000" flipH="1">
            <a:off x="1505887" y="1968724"/>
            <a:ext cx="476250" cy="187"/>
          </a:xfrm>
          <a:prstGeom prst="line">
            <a:avLst/>
          </a:prstGeom>
          <a:ln w="44450">
            <a:solidFill>
              <a:srgbClr val="000000">
                <a:alpha val="100000"/>
              </a:srgb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prstName"/>
          <p:cNvCxnSpPr/>
          <p:nvPr/>
        </p:nvCxnSpPr>
        <p:spPr>
          <a:xfrm rot="5400000">
            <a:off x="1505981" y="3033712"/>
            <a:ext cx="476250" cy="1"/>
          </a:xfrm>
          <a:prstGeom prst="line">
            <a:avLst/>
          </a:prstGeom>
          <a:ln w="44450">
            <a:solidFill>
              <a:srgbClr val="000000">
                <a:alpha val="100000"/>
              </a:srgb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prstName"/>
          <p:cNvSpPr/>
          <p:nvPr/>
        </p:nvSpPr>
        <p:spPr>
          <a:xfrm>
            <a:off x="1029335" y="5540057"/>
            <a:ext cx="1428750" cy="571500"/>
          </a:xfrm>
          <a:prstGeom prst="parallelogram">
            <a:avLst>
              <a:gd name="adj" fmla="val 25000"/>
            </a:avLst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200" b="1">
                <a:solidFill>
                  <a:schemeClr val="tx1"/>
                </a:solidFill>
              </a:rPr>
              <a:t>사용자</a:t>
            </a:r>
            <a:r>
              <a:rPr lang="en-US" altLang="ko-KR" sz="1200" b="1">
                <a:solidFill>
                  <a:schemeClr val="tx1"/>
                </a:solidFill>
              </a:rPr>
              <a:t> </a:t>
            </a:r>
            <a:r>
              <a:rPr lang="ko-KR" altLang="en-US" sz="1200" b="1">
                <a:solidFill>
                  <a:schemeClr val="tx1"/>
                </a:solidFill>
              </a:rPr>
              <a:t>메세지</a:t>
            </a:r>
            <a:r>
              <a:rPr lang="en-US" altLang="ko-KR" sz="1200" b="1">
                <a:solidFill>
                  <a:schemeClr val="tx1"/>
                </a:solidFill>
              </a:rPr>
              <a:t> </a:t>
            </a:r>
            <a:r>
              <a:rPr lang="ko-KR" altLang="en-US" sz="1200" b="1">
                <a:solidFill>
                  <a:schemeClr val="tx1"/>
                </a:solidFill>
              </a:rPr>
              <a:t>입력</a:t>
            </a:r>
          </a:p>
        </p:txBody>
      </p:sp>
      <p:cxnSp>
        <p:nvCxnSpPr>
          <p:cNvPr id="12" name="prstName"/>
          <p:cNvCxnSpPr/>
          <p:nvPr/>
        </p:nvCxnSpPr>
        <p:spPr>
          <a:xfrm rot="16200000" flipH="1">
            <a:off x="1419225" y="4167821"/>
            <a:ext cx="648970" cy="1"/>
          </a:xfrm>
          <a:prstGeom prst="line">
            <a:avLst/>
          </a:prstGeom>
          <a:ln w="44450">
            <a:solidFill>
              <a:srgbClr val="000000">
                <a:alpha val="100000"/>
              </a:srgb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prstName"/>
          <p:cNvCxnSpPr/>
          <p:nvPr/>
        </p:nvCxnSpPr>
        <p:spPr>
          <a:xfrm rot="5400000">
            <a:off x="1505981" y="5301932"/>
            <a:ext cx="476250" cy="1"/>
          </a:xfrm>
          <a:prstGeom prst="line">
            <a:avLst/>
          </a:prstGeom>
          <a:ln w="44450">
            <a:solidFill>
              <a:srgbClr val="000000">
                <a:alpha val="100000"/>
              </a:srgb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prstName"/>
          <p:cNvCxnSpPr/>
          <p:nvPr/>
        </p:nvCxnSpPr>
        <p:spPr>
          <a:xfrm rot="5400000">
            <a:off x="5196919" y="6012815"/>
            <a:ext cx="238125" cy="2"/>
          </a:xfrm>
          <a:prstGeom prst="line">
            <a:avLst/>
          </a:prstGeom>
          <a:ln w="44450">
            <a:solidFill>
              <a:srgbClr val="000000">
                <a:alpha val="100000"/>
              </a:srgb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prstName"/>
          <p:cNvSpPr/>
          <p:nvPr/>
        </p:nvSpPr>
        <p:spPr>
          <a:xfrm>
            <a:off x="4601210" y="1159192"/>
            <a:ext cx="1428750" cy="857250"/>
          </a:xfrm>
          <a:prstGeom prst="diamond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200" b="1">
                <a:solidFill>
                  <a:srgbClr val="000000"/>
                </a:solidFill>
              </a:rPr>
              <a:t>위기</a:t>
            </a:r>
            <a:r>
              <a:rPr lang="en-US" altLang="ko-KR" sz="1200" b="1">
                <a:solidFill>
                  <a:srgbClr val="000000"/>
                </a:solidFill>
              </a:rPr>
              <a:t> </a:t>
            </a:r>
            <a:r>
              <a:rPr lang="ko-KR" altLang="en-US" sz="1200" b="1">
                <a:solidFill>
                  <a:srgbClr val="000000"/>
                </a:solidFill>
              </a:rPr>
              <a:t>발화</a:t>
            </a:r>
            <a:r>
              <a:rPr lang="en-US" altLang="ko-KR" sz="1200" b="1">
                <a:solidFill>
                  <a:srgbClr val="000000"/>
                </a:solidFill>
              </a:rPr>
              <a:t> </a:t>
            </a:r>
            <a:r>
              <a:rPr lang="ko-KR" altLang="en-US" sz="1200" b="1">
                <a:solidFill>
                  <a:srgbClr val="000000"/>
                </a:solidFill>
              </a:rPr>
              <a:t>여부</a:t>
            </a:r>
            <a:r>
              <a:rPr lang="en-US" altLang="ko-KR" sz="1200" b="1">
                <a:solidFill>
                  <a:srgbClr val="000000"/>
                </a:solidFill>
              </a:rPr>
              <a:t> ?</a:t>
            </a:r>
            <a:endParaRPr lang="ko-KR" altLang="en-US" sz="1200" b="1">
              <a:solidFill>
                <a:srgbClr val="000000"/>
              </a:solidFill>
            </a:endParaRPr>
          </a:p>
        </p:txBody>
      </p:sp>
      <p:sp>
        <p:nvSpPr>
          <p:cNvPr id="16" name="직사각형 23"/>
          <p:cNvSpPr/>
          <p:nvPr/>
        </p:nvSpPr>
        <p:spPr>
          <a:xfrm>
            <a:off x="4601606" y="3562667"/>
            <a:ext cx="1428750" cy="57150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관리자</a:t>
            </a:r>
            <a:r>
              <a:rPr lang="en-US" altLang="ko-KR" sz="1200" b="1" dirty="0">
                <a:solidFill>
                  <a:schemeClr val="tx1"/>
                </a:solidFill>
              </a:rPr>
              <a:t> , </a:t>
            </a:r>
            <a:r>
              <a:rPr lang="ko-KR" altLang="en-US" sz="1200" b="1" dirty="0">
                <a:solidFill>
                  <a:schemeClr val="tx1"/>
                </a:solidFill>
              </a:rPr>
              <a:t>긴급상담</a:t>
            </a:r>
            <a:r>
              <a:rPr lang="en-US" altLang="ko-KR" sz="1200" b="1" dirty="0">
                <a:solidFill>
                  <a:schemeClr val="tx1"/>
                </a:solidFill>
              </a:rPr>
              <a:t> </a:t>
            </a:r>
            <a:r>
              <a:rPr lang="ko-KR" altLang="en-US" sz="1200" b="1" dirty="0">
                <a:solidFill>
                  <a:schemeClr val="tx1"/>
                </a:solidFill>
              </a:rPr>
              <a:t>연결</a:t>
            </a:r>
            <a:r>
              <a:rPr lang="en-US" altLang="ko-KR" sz="1200" b="1" dirty="0">
                <a:solidFill>
                  <a:schemeClr val="tx1"/>
                </a:solidFill>
              </a:rPr>
              <a:t> UI </a:t>
            </a:r>
            <a:r>
              <a:rPr lang="ko-KR" altLang="en-US" sz="1200" b="1" dirty="0">
                <a:solidFill>
                  <a:schemeClr val="tx1"/>
                </a:solidFill>
              </a:rPr>
              <a:t>노출</a:t>
            </a:r>
          </a:p>
        </p:txBody>
      </p:sp>
      <p:cxnSp>
        <p:nvCxnSpPr>
          <p:cNvPr id="17" name="prstName"/>
          <p:cNvCxnSpPr/>
          <p:nvPr/>
        </p:nvCxnSpPr>
        <p:spPr>
          <a:xfrm rot="16200000" flipH="1">
            <a:off x="5108138" y="3354824"/>
            <a:ext cx="415290" cy="396"/>
          </a:xfrm>
          <a:prstGeom prst="line">
            <a:avLst/>
          </a:prstGeom>
          <a:ln w="44450">
            <a:solidFill>
              <a:srgbClr val="000000">
                <a:alpha val="100000"/>
              </a:srgb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prstName"/>
          <p:cNvCxnSpPr/>
          <p:nvPr/>
        </p:nvCxnSpPr>
        <p:spPr>
          <a:xfrm rot="16200000" flipH="1">
            <a:off x="5173106" y="2439988"/>
            <a:ext cx="285750" cy="0"/>
          </a:xfrm>
          <a:prstGeom prst="line">
            <a:avLst/>
          </a:prstGeom>
          <a:ln w="44450">
            <a:solidFill>
              <a:srgbClr val="000000">
                <a:alpha val="100000"/>
              </a:srgb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23"/>
          <p:cNvSpPr/>
          <p:nvPr/>
        </p:nvSpPr>
        <p:spPr>
          <a:xfrm>
            <a:off x="4601606" y="6132512"/>
            <a:ext cx="1428750" cy="57150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</a:rPr>
              <a:t>대화</a:t>
            </a:r>
            <a:r>
              <a:rPr lang="en-US" altLang="ko-KR" sz="1200" b="1" dirty="0">
                <a:solidFill>
                  <a:schemeClr val="tx1"/>
                </a:solidFill>
              </a:rPr>
              <a:t> </a:t>
            </a:r>
            <a:r>
              <a:rPr lang="ko-KR" altLang="en-US" sz="1200" b="1" dirty="0">
                <a:solidFill>
                  <a:schemeClr val="tx1"/>
                </a:solidFill>
              </a:rPr>
              <a:t>기록</a:t>
            </a:r>
            <a:r>
              <a:rPr lang="en-US" altLang="ko-KR" sz="1200" b="1" dirty="0">
                <a:solidFill>
                  <a:schemeClr val="tx1"/>
                </a:solidFill>
              </a:rPr>
              <a:t> </a:t>
            </a:r>
            <a:r>
              <a:rPr lang="ko-KR" altLang="en-US" sz="1200" b="1" dirty="0">
                <a:solidFill>
                  <a:schemeClr val="tx1"/>
                </a:solidFill>
              </a:rPr>
              <a:t>저장</a:t>
            </a:r>
          </a:p>
        </p:txBody>
      </p:sp>
      <p:cxnSp>
        <p:nvCxnSpPr>
          <p:cNvPr id="20" name="prstName"/>
          <p:cNvCxnSpPr>
            <a:endCxn id="8" idx="1"/>
          </p:cNvCxnSpPr>
          <p:nvPr/>
        </p:nvCxnSpPr>
        <p:spPr>
          <a:xfrm flipV="1">
            <a:off x="6030355" y="6418203"/>
            <a:ext cx="1312993" cy="59"/>
          </a:xfrm>
          <a:prstGeom prst="line">
            <a:avLst/>
          </a:prstGeom>
          <a:ln w="44450">
            <a:solidFill>
              <a:srgbClr val="000000">
                <a:alpha val="100000"/>
              </a:srgb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prstName"/>
          <p:cNvCxnSpPr/>
          <p:nvPr/>
        </p:nvCxnSpPr>
        <p:spPr>
          <a:xfrm rot="16200000" flipH="1">
            <a:off x="5206046" y="5555614"/>
            <a:ext cx="219080" cy="3"/>
          </a:xfrm>
          <a:prstGeom prst="line">
            <a:avLst/>
          </a:prstGeom>
          <a:ln w="44450">
            <a:solidFill>
              <a:srgbClr val="000000">
                <a:alpha val="10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prstName"/>
          <p:cNvSpPr/>
          <p:nvPr/>
        </p:nvSpPr>
        <p:spPr>
          <a:xfrm>
            <a:off x="6896415" y="3185936"/>
            <a:ext cx="1428750" cy="571500"/>
          </a:xfrm>
          <a:prstGeom prst="parallelogram">
            <a:avLst>
              <a:gd name="adj" fmla="val 25000"/>
            </a:avLst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200" b="1" dirty="0" err="1">
                <a:solidFill>
                  <a:schemeClr val="tx1"/>
                </a:solidFill>
              </a:rPr>
              <a:t>A</a:t>
            </a:r>
            <a:r>
              <a:rPr lang="en-US" altLang="ko-KR" sz="1200" b="1" dirty="0">
                <a:solidFill>
                  <a:schemeClr val="tx1"/>
                </a:solidFill>
              </a:rPr>
              <a:t>I </a:t>
            </a:r>
            <a:r>
              <a:rPr lang="ko-KR" altLang="en-US" sz="1200" b="1" dirty="0">
                <a:solidFill>
                  <a:schemeClr val="tx1"/>
                </a:solidFill>
              </a:rPr>
              <a:t>답변</a:t>
            </a:r>
            <a:r>
              <a:rPr lang="en-US" altLang="ko-KR" sz="1200" b="1" dirty="0">
                <a:solidFill>
                  <a:schemeClr val="tx1"/>
                </a:solidFill>
              </a:rPr>
              <a:t> </a:t>
            </a:r>
            <a:r>
              <a:rPr lang="ko-KR" altLang="en-US" sz="1200" b="1" dirty="0">
                <a:solidFill>
                  <a:schemeClr val="tx1"/>
                </a:solidFill>
              </a:rPr>
              <a:t>출력</a:t>
            </a:r>
          </a:p>
        </p:txBody>
      </p:sp>
      <p:cxnSp>
        <p:nvCxnSpPr>
          <p:cNvPr id="23" name="prstName"/>
          <p:cNvCxnSpPr>
            <a:stCxn id="11" idx="2"/>
          </p:cNvCxnSpPr>
          <p:nvPr/>
        </p:nvCxnSpPr>
        <p:spPr>
          <a:xfrm>
            <a:off x="2386762" y="5825807"/>
            <a:ext cx="1238250" cy="0"/>
          </a:xfrm>
          <a:prstGeom prst="line">
            <a:avLst/>
          </a:prstGeom>
          <a:ln w="44450">
            <a:solidFill>
              <a:srgbClr val="000000">
                <a:alpha val="10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prstName"/>
          <p:cNvCxnSpPr/>
          <p:nvPr/>
        </p:nvCxnSpPr>
        <p:spPr>
          <a:xfrm rot="10800000">
            <a:off x="3610611" y="1587182"/>
            <a:ext cx="895350" cy="635"/>
          </a:xfrm>
          <a:prstGeom prst="line">
            <a:avLst/>
          </a:prstGeom>
          <a:ln w="44450">
            <a:solidFill>
              <a:srgbClr val="000000">
                <a:alpha val="100000"/>
              </a:srgbClr>
            </a:solidFill>
            <a:head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prstName"/>
          <p:cNvCxnSpPr>
            <a:cxnSpLocks/>
          </p:cNvCxnSpPr>
          <p:nvPr/>
        </p:nvCxnSpPr>
        <p:spPr>
          <a:xfrm>
            <a:off x="6390640" y="1588452"/>
            <a:ext cx="486343" cy="0"/>
          </a:xfrm>
          <a:prstGeom prst="line">
            <a:avLst/>
          </a:prstGeom>
          <a:ln w="44450">
            <a:solidFill>
              <a:srgbClr val="000000">
                <a:alpha val="100000"/>
              </a:srgb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prstName"/>
          <p:cNvCxnSpPr>
            <a:cxnSpLocks/>
            <a:stCxn id="22" idx="4"/>
          </p:cNvCxnSpPr>
          <p:nvPr/>
        </p:nvCxnSpPr>
        <p:spPr>
          <a:xfrm>
            <a:off x="7610790" y="3757436"/>
            <a:ext cx="3176" cy="574216"/>
          </a:xfrm>
          <a:prstGeom prst="line">
            <a:avLst/>
          </a:prstGeom>
          <a:ln w="44450">
            <a:solidFill>
              <a:srgbClr val="000000">
                <a:alpha val="10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prstName"/>
          <p:cNvCxnSpPr/>
          <p:nvPr/>
        </p:nvCxnSpPr>
        <p:spPr>
          <a:xfrm rot="5400000" flipH="1" flipV="1">
            <a:off x="1500584" y="3717291"/>
            <a:ext cx="4259580" cy="635"/>
          </a:xfrm>
          <a:prstGeom prst="line">
            <a:avLst/>
          </a:prstGeom>
          <a:ln w="44450">
            <a:solidFill>
              <a:srgbClr val="000000">
                <a:alpha val="10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prstName"/>
          <p:cNvSpPr/>
          <p:nvPr/>
        </p:nvSpPr>
        <p:spPr>
          <a:xfrm>
            <a:off x="4601210" y="4588827"/>
            <a:ext cx="1428750" cy="857250"/>
          </a:xfrm>
          <a:prstGeom prst="diamond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200" b="1">
                <a:solidFill>
                  <a:srgbClr val="000000"/>
                </a:solidFill>
              </a:rPr>
              <a:t>대화</a:t>
            </a:r>
            <a:r>
              <a:rPr lang="en-US" altLang="ko-KR" sz="1200" b="1">
                <a:solidFill>
                  <a:srgbClr val="000000"/>
                </a:solidFill>
              </a:rPr>
              <a:t> </a:t>
            </a:r>
            <a:r>
              <a:rPr lang="ko-KR" altLang="en-US" sz="1200" b="1">
                <a:solidFill>
                  <a:srgbClr val="000000"/>
                </a:solidFill>
              </a:rPr>
              <a:t>종료</a:t>
            </a:r>
            <a:r>
              <a:rPr lang="en-US" altLang="ko-KR" sz="1200" b="1">
                <a:solidFill>
                  <a:srgbClr val="000000"/>
                </a:solidFill>
              </a:rPr>
              <a:t> ?</a:t>
            </a:r>
            <a:endParaRPr lang="ko-KR" altLang="en-US" sz="1200" b="1">
              <a:solidFill>
                <a:srgbClr val="000000"/>
              </a:solidFill>
            </a:endParaRPr>
          </a:p>
        </p:txBody>
      </p:sp>
      <p:cxnSp>
        <p:nvCxnSpPr>
          <p:cNvPr id="29" name="prstName"/>
          <p:cNvCxnSpPr>
            <a:cxnSpLocks/>
          </p:cNvCxnSpPr>
          <p:nvPr/>
        </p:nvCxnSpPr>
        <p:spPr>
          <a:xfrm>
            <a:off x="5648959" y="4350702"/>
            <a:ext cx="1986916" cy="0"/>
          </a:xfrm>
          <a:prstGeom prst="line">
            <a:avLst/>
          </a:prstGeom>
          <a:ln w="44450">
            <a:solidFill>
              <a:srgbClr val="000000">
                <a:alpha val="100000"/>
              </a:srgbClr>
            </a:solidFill>
            <a:head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prstName"/>
          <p:cNvSpPr/>
          <p:nvPr/>
        </p:nvSpPr>
        <p:spPr>
          <a:xfrm>
            <a:off x="1029335" y="3271837"/>
            <a:ext cx="1428750" cy="571500"/>
          </a:xfrm>
          <a:prstGeom prst="parallelogram">
            <a:avLst>
              <a:gd name="adj" fmla="val 25000"/>
            </a:avLst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200" b="1" dirty="0">
                <a:solidFill>
                  <a:schemeClr val="tx1"/>
                </a:solidFill>
              </a:rPr>
              <a:t>페르소나</a:t>
            </a:r>
            <a:r>
              <a:rPr lang="en-US" altLang="ko-KR" sz="1200" b="1" dirty="0">
                <a:solidFill>
                  <a:schemeClr val="tx1"/>
                </a:solidFill>
              </a:rPr>
              <a:t>  </a:t>
            </a:r>
            <a:r>
              <a:rPr lang="ko-KR" altLang="en-US" sz="1200" b="1" dirty="0">
                <a:solidFill>
                  <a:schemeClr val="tx1"/>
                </a:solidFill>
              </a:rPr>
              <a:t>선택</a:t>
            </a:r>
            <a:endParaRPr lang="ko-KR" altLang="en-US" sz="1200" b="1">
              <a:solidFill>
                <a:schemeClr val="tx1"/>
              </a:solidFill>
            </a:endParaRPr>
          </a:p>
        </p:txBody>
      </p:sp>
      <p:sp>
        <p:nvSpPr>
          <p:cNvPr id="31" name="TextBox"/>
          <p:cNvSpPr txBox="1"/>
          <p:nvPr/>
        </p:nvSpPr>
        <p:spPr>
          <a:xfrm>
            <a:off x="5057843" y="5640210"/>
            <a:ext cx="6212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400"/>
              <a:t>YES</a:t>
            </a:r>
            <a:endParaRPr lang="ko-KR" altLang="en-US" sz="1400"/>
          </a:p>
        </p:txBody>
      </p:sp>
      <p:sp>
        <p:nvSpPr>
          <p:cNvPr id="32" name="TextBox"/>
          <p:cNvSpPr txBox="1"/>
          <p:nvPr/>
        </p:nvSpPr>
        <p:spPr>
          <a:xfrm>
            <a:off x="4170426" y="4834932"/>
            <a:ext cx="5260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400" dirty="0"/>
              <a:t>NO</a:t>
            </a:r>
            <a:endParaRPr lang="ko-KR" altLang="en-US" sz="1400" dirty="0"/>
          </a:p>
        </p:txBody>
      </p:sp>
      <p:cxnSp>
        <p:nvCxnSpPr>
          <p:cNvPr id="33" name="prstName"/>
          <p:cNvCxnSpPr/>
          <p:nvPr/>
        </p:nvCxnSpPr>
        <p:spPr>
          <a:xfrm rot="5400000">
            <a:off x="5088454" y="4361299"/>
            <a:ext cx="454658" cy="396"/>
          </a:xfrm>
          <a:prstGeom prst="line">
            <a:avLst/>
          </a:prstGeom>
          <a:ln w="44450">
            <a:solidFill>
              <a:srgbClr val="000000">
                <a:alpha val="100000"/>
              </a:srgb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"/>
          <p:cNvSpPr txBox="1"/>
          <p:nvPr/>
        </p:nvSpPr>
        <p:spPr>
          <a:xfrm>
            <a:off x="5048217" y="2016265"/>
            <a:ext cx="621235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400" dirty="0"/>
              <a:t>YES</a:t>
            </a:r>
            <a:endParaRPr lang="ko-KR" altLang="en-US" sz="1400" dirty="0"/>
          </a:p>
        </p:txBody>
      </p:sp>
      <p:sp>
        <p:nvSpPr>
          <p:cNvPr id="35" name="TextBox"/>
          <p:cNvSpPr txBox="1"/>
          <p:nvPr/>
        </p:nvSpPr>
        <p:spPr>
          <a:xfrm>
            <a:off x="5995416" y="1416423"/>
            <a:ext cx="520887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400" dirty="0"/>
              <a:t>NO</a:t>
            </a:r>
            <a:endParaRPr lang="ko-KR" altLang="en-US" sz="1400" dirty="0"/>
          </a:p>
        </p:txBody>
      </p:sp>
      <p:cxnSp>
        <p:nvCxnSpPr>
          <p:cNvPr id="37" name="prstName"/>
          <p:cNvCxnSpPr/>
          <p:nvPr/>
        </p:nvCxnSpPr>
        <p:spPr>
          <a:xfrm>
            <a:off x="385877" y="6512242"/>
            <a:ext cx="4000500" cy="0"/>
          </a:xfrm>
          <a:prstGeom prst="line">
            <a:avLst/>
          </a:prstGeom>
          <a:ln w="44450">
            <a:solidFill>
              <a:srgbClr val="000000">
                <a:alpha val="10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prstName"/>
          <p:cNvCxnSpPr/>
          <p:nvPr/>
        </p:nvCxnSpPr>
        <p:spPr>
          <a:xfrm rot="5400000">
            <a:off x="-237423" y="5907780"/>
            <a:ext cx="1247775" cy="635"/>
          </a:xfrm>
          <a:prstGeom prst="line">
            <a:avLst/>
          </a:prstGeom>
          <a:ln w="44450">
            <a:solidFill>
              <a:srgbClr val="000000">
                <a:alpha val="10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prstName"/>
          <p:cNvCxnSpPr/>
          <p:nvPr/>
        </p:nvCxnSpPr>
        <p:spPr>
          <a:xfrm flipV="1">
            <a:off x="385445" y="5301932"/>
            <a:ext cx="1238250" cy="635"/>
          </a:xfrm>
          <a:prstGeom prst="line">
            <a:avLst/>
          </a:prstGeom>
          <a:ln w="44450">
            <a:solidFill>
              <a:srgbClr val="000000">
                <a:alpha val="100000"/>
              </a:srgb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사각형: 둥근 모서리 28"/>
          <p:cNvSpPr/>
          <p:nvPr/>
        </p:nvSpPr>
        <p:spPr>
          <a:xfrm>
            <a:off x="7838822" y="910960"/>
            <a:ext cx="666750" cy="333375"/>
          </a:xfrm>
          <a:prstGeom prst="roundRect">
            <a:avLst>
              <a:gd name="adj" fmla="val 50000"/>
            </a:avLst>
          </a:prstGeom>
          <a:solidFill>
            <a:srgbClr val="D9D9D9">
              <a:alpha val="100000"/>
            </a:srgb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bg1"/>
                </a:solidFill>
              </a:rPr>
              <a:t>시</a:t>
            </a:r>
            <a:r>
              <a:rPr lang="en-US" altLang="ko-KR" sz="1200" b="1" dirty="0">
                <a:solidFill>
                  <a:schemeClr val="bg1"/>
                </a:solidFill>
              </a:rPr>
              <a:t> </a:t>
            </a:r>
            <a:r>
              <a:rPr lang="ko-KR" altLang="en-US" sz="1200" b="1" dirty="0">
                <a:solidFill>
                  <a:schemeClr val="bg1"/>
                </a:solidFill>
              </a:rPr>
              <a:t>작</a:t>
            </a:r>
          </a:p>
        </p:txBody>
      </p:sp>
      <p:sp>
        <p:nvSpPr>
          <p:cNvPr id="41" name="사각형: 둥근 모서리 28"/>
          <p:cNvSpPr/>
          <p:nvPr/>
        </p:nvSpPr>
        <p:spPr>
          <a:xfrm>
            <a:off x="8619526" y="910847"/>
            <a:ext cx="666750" cy="333375"/>
          </a:xfrm>
          <a:prstGeom prst="roundRect">
            <a:avLst>
              <a:gd name="adj" fmla="val 50000"/>
            </a:avLst>
          </a:prstGeom>
          <a:solidFill>
            <a:schemeClr val="tx1">
              <a:alpha val="10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bg1"/>
                </a:solidFill>
              </a:rPr>
              <a:t>종</a:t>
            </a:r>
            <a:r>
              <a:rPr lang="en-US" altLang="ko-KR" sz="1200" b="1" dirty="0">
                <a:solidFill>
                  <a:schemeClr val="bg1"/>
                </a:solidFill>
              </a:rPr>
              <a:t> </a:t>
            </a:r>
            <a:r>
              <a:rPr lang="ko-KR" altLang="en-US" sz="1200" b="1" dirty="0">
                <a:solidFill>
                  <a:schemeClr val="bg1"/>
                </a:solidFill>
              </a:rPr>
              <a:t>료</a:t>
            </a:r>
          </a:p>
        </p:txBody>
      </p:sp>
      <p:sp>
        <p:nvSpPr>
          <p:cNvPr id="46" name="prstName">
            <a:extLst>
              <a:ext uri="{FF2B5EF4-FFF2-40B4-BE49-F238E27FC236}">
                <a16:creationId xmlns:a16="http://schemas.microsoft.com/office/drawing/2014/main" id="{2E096118-B1E8-6326-77E2-C66F4037D3E3}"/>
              </a:ext>
            </a:extLst>
          </p:cNvPr>
          <p:cNvSpPr/>
          <p:nvPr/>
        </p:nvSpPr>
        <p:spPr>
          <a:xfrm>
            <a:off x="6899591" y="1166223"/>
            <a:ext cx="1428750" cy="857250"/>
          </a:xfrm>
          <a:prstGeom prst="diamond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200" b="1" dirty="0">
                <a:solidFill>
                  <a:srgbClr val="000000"/>
                </a:solidFill>
              </a:rPr>
              <a:t>주의</a:t>
            </a:r>
            <a:br>
              <a:rPr lang="en-US" altLang="ko-KR" sz="1200" b="1" dirty="0">
                <a:solidFill>
                  <a:srgbClr val="000000"/>
                </a:solidFill>
              </a:rPr>
            </a:br>
            <a:r>
              <a:rPr lang="ko-KR" altLang="en-US" sz="1200" b="1" dirty="0">
                <a:solidFill>
                  <a:srgbClr val="000000"/>
                </a:solidFill>
              </a:rPr>
              <a:t>신호</a:t>
            </a:r>
            <a:br>
              <a:rPr lang="en-US" altLang="ko-KR" sz="1200" b="1" dirty="0">
                <a:solidFill>
                  <a:srgbClr val="000000"/>
                </a:solidFill>
              </a:rPr>
            </a:br>
            <a:r>
              <a:rPr lang="ko-KR" altLang="en-US" sz="1200" b="1" dirty="0">
                <a:solidFill>
                  <a:srgbClr val="000000"/>
                </a:solidFill>
              </a:rPr>
              <a:t>감지</a:t>
            </a:r>
            <a:r>
              <a:rPr lang="en-US" altLang="ko-KR" sz="1200" b="1" dirty="0">
                <a:solidFill>
                  <a:srgbClr val="000000"/>
                </a:solidFill>
              </a:rPr>
              <a:t>?</a:t>
            </a:r>
            <a:endParaRPr lang="ko-KR" altLang="en-US" sz="1200" b="1" dirty="0">
              <a:solidFill>
                <a:srgbClr val="000000"/>
              </a:solidFill>
            </a:endParaRPr>
          </a:p>
        </p:txBody>
      </p:sp>
      <p:sp>
        <p:nvSpPr>
          <p:cNvPr id="55" name="TextBox">
            <a:extLst>
              <a:ext uri="{FF2B5EF4-FFF2-40B4-BE49-F238E27FC236}">
                <a16:creationId xmlns:a16="http://schemas.microsoft.com/office/drawing/2014/main" id="{422E7D80-57C0-8FEB-C037-990403BABBA8}"/>
              </a:ext>
            </a:extLst>
          </p:cNvPr>
          <p:cNvSpPr txBox="1"/>
          <p:nvPr/>
        </p:nvSpPr>
        <p:spPr>
          <a:xfrm>
            <a:off x="8302593" y="1444882"/>
            <a:ext cx="621235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400" dirty="0"/>
              <a:t>YES</a:t>
            </a:r>
            <a:endParaRPr lang="ko-KR" altLang="en-US" sz="1400" dirty="0"/>
          </a:p>
        </p:txBody>
      </p:sp>
      <p:cxnSp>
        <p:nvCxnSpPr>
          <p:cNvPr id="56" name="prstName">
            <a:extLst>
              <a:ext uri="{FF2B5EF4-FFF2-40B4-BE49-F238E27FC236}">
                <a16:creationId xmlns:a16="http://schemas.microsoft.com/office/drawing/2014/main" id="{5D1CEA2C-A6FB-0A3B-7F3C-89C702D0BBB1}"/>
              </a:ext>
            </a:extLst>
          </p:cNvPr>
          <p:cNvCxnSpPr>
            <a:cxnSpLocks/>
          </p:cNvCxnSpPr>
          <p:nvPr/>
        </p:nvCxnSpPr>
        <p:spPr>
          <a:xfrm>
            <a:off x="7610790" y="2388346"/>
            <a:ext cx="0" cy="797590"/>
          </a:xfrm>
          <a:prstGeom prst="line">
            <a:avLst/>
          </a:prstGeom>
          <a:ln w="44450">
            <a:solidFill>
              <a:srgbClr val="000000">
                <a:alpha val="100000"/>
              </a:srgb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prstName">
            <a:extLst>
              <a:ext uri="{FF2B5EF4-FFF2-40B4-BE49-F238E27FC236}">
                <a16:creationId xmlns:a16="http://schemas.microsoft.com/office/drawing/2014/main" id="{AEACEA39-124B-47C8-4B7D-A56E6408F50C}"/>
              </a:ext>
            </a:extLst>
          </p:cNvPr>
          <p:cNvCxnSpPr>
            <a:cxnSpLocks/>
          </p:cNvCxnSpPr>
          <p:nvPr/>
        </p:nvCxnSpPr>
        <p:spPr>
          <a:xfrm>
            <a:off x="4384790" y="5118418"/>
            <a:ext cx="0" cy="1413567"/>
          </a:xfrm>
          <a:prstGeom prst="line">
            <a:avLst/>
          </a:prstGeom>
          <a:ln w="44450">
            <a:solidFill>
              <a:srgbClr val="000000">
                <a:alpha val="10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44A607A9-94FA-B08B-FAFD-80D8F90EB3B5}"/>
              </a:ext>
            </a:extLst>
          </p:cNvPr>
          <p:cNvCxnSpPr>
            <a:cxnSpLocks/>
            <a:stCxn id="55" idx="2"/>
          </p:cNvCxnSpPr>
          <p:nvPr/>
        </p:nvCxnSpPr>
        <p:spPr>
          <a:xfrm>
            <a:off x="8613211" y="1749682"/>
            <a:ext cx="0" cy="2953444"/>
          </a:xfrm>
          <a:prstGeom prst="straightConnector1">
            <a:avLst/>
          </a:prstGeom>
          <a:ln w="44450">
            <a:solidFill>
              <a:srgbClr val="000000">
                <a:alpha val="100000"/>
              </a:srgb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prstName">
            <a:extLst>
              <a:ext uri="{FF2B5EF4-FFF2-40B4-BE49-F238E27FC236}">
                <a16:creationId xmlns:a16="http://schemas.microsoft.com/office/drawing/2014/main" id="{54F82A43-C057-43EF-6B86-4037894DCCBD}"/>
              </a:ext>
            </a:extLst>
          </p:cNvPr>
          <p:cNvSpPr/>
          <p:nvPr/>
        </p:nvSpPr>
        <p:spPr>
          <a:xfrm>
            <a:off x="7898835" y="4739291"/>
            <a:ext cx="1428750" cy="571500"/>
          </a:xfrm>
          <a:prstGeom prst="parallelogram">
            <a:avLst>
              <a:gd name="adj" fmla="val 25000"/>
            </a:avLst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200" b="1" dirty="0">
                <a:solidFill>
                  <a:schemeClr val="tx1"/>
                </a:solidFill>
              </a:rPr>
              <a:t>힐링 콘텐츠 추천 연계</a:t>
            </a:r>
          </a:p>
        </p:txBody>
      </p:sp>
      <p:cxnSp>
        <p:nvCxnSpPr>
          <p:cNvPr id="76" name="prstName">
            <a:extLst>
              <a:ext uri="{FF2B5EF4-FFF2-40B4-BE49-F238E27FC236}">
                <a16:creationId xmlns:a16="http://schemas.microsoft.com/office/drawing/2014/main" id="{1C10AC58-0A19-9448-9603-6E06812D54EA}"/>
              </a:ext>
            </a:extLst>
          </p:cNvPr>
          <p:cNvCxnSpPr>
            <a:cxnSpLocks/>
            <a:stCxn id="74" idx="5"/>
            <a:endCxn id="28" idx="3"/>
          </p:cNvCxnSpPr>
          <p:nvPr/>
        </p:nvCxnSpPr>
        <p:spPr>
          <a:xfrm flipH="1" flipV="1">
            <a:off x="6029960" y="5017452"/>
            <a:ext cx="1940313" cy="7589"/>
          </a:xfrm>
          <a:prstGeom prst="line">
            <a:avLst/>
          </a:prstGeom>
          <a:ln w="44450">
            <a:solidFill>
              <a:srgbClr val="000000">
                <a:alpha val="100000"/>
              </a:srgb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">
            <a:extLst>
              <a:ext uri="{FF2B5EF4-FFF2-40B4-BE49-F238E27FC236}">
                <a16:creationId xmlns:a16="http://schemas.microsoft.com/office/drawing/2014/main" id="{FD0B9588-F1F8-A046-0D91-C3B4CE40FF30}"/>
              </a:ext>
            </a:extLst>
          </p:cNvPr>
          <p:cNvSpPr txBox="1"/>
          <p:nvPr/>
        </p:nvSpPr>
        <p:spPr>
          <a:xfrm>
            <a:off x="7375431" y="2054543"/>
            <a:ext cx="520887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400" dirty="0"/>
              <a:t>NO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0379530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CD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5"/>
          <p:cNvSpPr/>
          <p:nvPr/>
        </p:nvSpPr>
        <p:spPr>
          <a:xfrm>
            <a:off x="0" y="0"/>
            <a:ext cx="2743200" cy="6858000"/>
          </a:xfrm>
          <a:prstGeom prst="rect">
            <a:avLst/>
          </a:prstGeom>
          <a:solidFill>
            <a:srgbClr val="0090D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5"/>
          <p:cNvSpPr/>
          <p:nvPr/>
        </p:nvSpPr>
        <p:spPr>
          <a:xfrm>
            <a:off x="2743200" y="5162247"/>
            <a:ext cx="7162800" cy="169575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5"/>
          <p:cNvSpPr txBox="1"/>
          <p:nvPr/>
        </p:nvSpPr>
        <p:spPr>
          <a:xfrm>
            <a:off x="3020060" y="5472430"/>
            <a:ext cx="1005840" cy="33909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600" b="1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화면설명</a:t>
            </a:r>
            <a:endParaRPr sz="1600" b="1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206" name="Google Shape;206;p5"/>
          <p:cNvSpPr txBox="1"/>
          <p:nvPr/>
        </p:nvSpPr>
        <p:spPr>
          <a:xfrm>
            <a:off x="3020060" y="5817870"/>
            <a:ext cx="6688455" cy="81913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333F"/>
              </a:buClr>
              <a:buSzPct val="25000"/>
              <a:buFont typeface="맑은 고딕"/>
              <a:buNone/>
              <a:defRPr/>
            </a:pPr>
            <a:r>
              <a:rPr 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❶</a:t>
            </a:r>
            <a:r>
              <a:rPr lang="ko-KR" sz="1200" b="0" i="0">
                <a:solidFill>
                  <a:srgbClr val="31333F"/>
                </a:solidFill>
                <a:latin typeface="맑은 고딕"/>
                <a:ea typeface="맑은 고딕"/>
                <a:cs typeface="맑은 고딕"/>
                <a:sym typeface="맑은 고딕"/>
              </a:rPr>
              <a:t> 이메일 입력창: 계정 이메일 입력</a:t>
            </a:r>
            <a:r>
              <a:rPr lang="ko-KR" altLang="en-US" sz="1200" b="0" i="0">
                <a:solidFill>
                  <a:srgbClr val="31333F"/>
                </a:solidFill>
                <a:latin typeface="맑은 고딕"/>
                <a:ea typeface="맑은 고딕"/>
                <a:cs typeface="맑은 고딕"/>
                <a:sym typeface="맑은 고딕"/>
              </a:rPr>
              <a:t/>
            </a:r>
            <a:r>
              <a:rPr lang="ko-KR" sz="1200" b="0" i="0">
                <a:solidFill>
                  <a:srgbClr val="31333F"/>
                </a:solidFill>
                <a:latin typeface="맑은 고딕"/>
                <a:ea typeface="맑은 고딕"/>
                <a:cs typeface="맑은 고딕"/>
                <a:sym typeface="맑은 고딕"/>
              </a:rPr>
              <a:t/>
            </a:r>
            <a:r>
              <a:rPr lang="ko-KR" altLang="en-US" sz="1200" b="0" i="0">
                <a:solidFill>
                  <a:srgbClr val="31333F"/>
                </a:solidFill>
                <a:latin typeface="맑은 고딕"/>
                <a:ea typeface="맑은 고딕"/>
                <a:cs typeface="맑은 고딕"/>
                <a:sym typeface="맑은 고딕"/>
              </a:rPr>
              <a:t/>
            </a:r>
            <a:r>
              <a:rPr lang="ko-KR" sz="1200" b="0" i="0">
                <a:solidFill>
                  <a:srgbClr val="31333F"/>
                </a:solidFill>
                <a:latin typeface="맑은 고딕"/>
                <a:ea typeface="맑은 고딕"/>
                <a:cs typeface="맑은 고딕"/>
                <a:sym typeface="맑은 고딕"/>
              </a:rPr>
              <a:t/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333F"/>
              </a:buClr>
              <a:buSzPct val="25000"/>
              <a:buFont typeface="맑은 고딕"/>
              <a:buNone/>
              <a:defRPr/>
            </a:pPr>
            <a:r>
              <a:rPr 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❷</a:t>
            </a:r>
            <a:r>
              <a:rPr lang="ko-KR" sz="1200" b="0" i="0">
                <a:solidFill>
                  <a:srgbClr val="31333F"/>
                </a:solidFill>
                <a:latin typeface="맑은 고딕"/>
                <a:ea typeface="맑은 고딕"/>
                <a:cs typeface="맑은 고딕"/>
                <a:sym typeface="맑은 고딕"/>
              </a:rPr>
              <a:t> 비밀번호 입력창: 마스킹 처리 입력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333F"/>
              </a:buClr>
              <a:buSzPct val="25000"/>
              <a:buFont typeface="맑은 고딕"/>
              <a:buNone/>
              <a:defRPr/>
            </a:pPr>
            <a:r>
              <a:rPr 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❸</a:t>
            </a:r>
            <a:r>
              <a:rPr lang="ko-KR" sz="1200" b="0" i="0">
                <a:solidFill>
                  <a:srgbClr val="31333F"/>
                </a:solidFill>
                <a:latin typeface="맑은 고딕"/>
                <a:ea typeface="맑은 고딕"/>
                <a:cs typeface="맑은 고딕"/>
                <a:sym typeface="맑은 고딕"/>
              </a:rPr>
              <a:t> 로그인 버튼: JWT 발급 후 MAIN_HOME_01 이동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333F"/>
              </a:buClr>
              <a:buSzPct val="25000"/>
              <a:buFont typeface="맑은 고딕"/>
              <a:buNone/>
              <a:defRPr/>
            </a:pPr>
            <a:r>
              <a:rPr 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❹</a:t>
            </a:r>
            <a:r>
              <a:rPr lang="ko-KR" sz="1200" b="0" i="0">
                <a:solidFill>
                  <a:srgbClr val="31333F"/>
                </a:solidFill>
                <a:latin typeface="맑은 고딕"/>
                <a:ea typeface="맑은 고딕"/>
                <a:cs typeface="맑은 고딕"/>
                <a:sym typeface="맑은 고딕"/>
              </a:rPr>
              <a:t> 비밀번호 찾기: MAIN_LOGIN_02 이동</a:t>
            </a:r>
            <a:endParaRPr sz="1200" b="0" i="0">
              <a:solidFill>
                <a:srgbClr val="31333F"/>
              </a:solidFill>
              <a:latin typeface="맑은 고딕"/>
              <a:ea typeface="맑은 고딕"/>
              <a:cs typeface="맑은 고딕"/>
              <a:sym typeface="맑은 고딕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333F"/>
              </a:buClr>
              <a:buSzPct val="25000"/>
              <a:buFont typeface="맑은 고딕"/>
              <a:buNone/>
              <a:defRPr/>
            </a:pPr>
            <a:r>
              <a:rPr 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❺</a:t>
            </a:r>
            <a:r>
              <a:rPr lang="ko-KR" sz="1200" b="0" i="0">
                <a:solidFill>
                  <a:srgbClr val="31333F"/>
                </a:solidFill>
                <a:latin typeface="맑은 고딕"/>
                <a:ea typeface="맑은 고딕"/>
                <a:cs typeface="맑은 고딕"/>
                <a:sym typeface="맑은 고딕"/>
              </a:rPr>
              <a:t> 회원가입 버튼: MAIN_JOIN_01 이동</a:t>
            </a:r>
            <a:endParaRPr sz="1200" b="0" i="0">
              <a:solidFill>
                <a:srgbClr val="31333F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207" name="Google Shape;207;p5"/>
          <p:cNvSpPr/>
          <p:nvPr/>
        </p:nvSpPr>
        <p:spPr>
          <a:xfrm>
            <a:off x="0" y="0"/>
            <a:ext cx="2743835" cy="6858635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8" name="Google Shape;208;p5"/>
          <p:cNvGrpSpPr/>
          <p:nvPr/>
        </p:nvGrpSpPr>
        <p:grpSpPr>
          <a:xfrm>
            <a:off x="285750" y="435610"/>
            <a:ext cx="2171700" cy="607695"/>
            <a:chOff x="285750" y="435610"/>
            <a:chExt cx="2171700" cy="607695"/>
          </a:xfrm>
        </p:grpSpPr>
        <p:sp>
          <p:nvSpPr>
            <p:cNvPr id="209" name="Google Shape;209;p5"/>
            <p:cNvSpPr txBox="1"/>
            <p:nvPr/>
          </p:nvSpPr>
          <p:spPr>
            <a:xfrm>
              <a:off x="285750" y="435610"/>
              <a:ext cx="873125" cy="3390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화면 ID 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" name="Google Shape;210;p5"/>
            <p:cNvSpPr txBox="1"/>
            <p:nvPr/>
          </p:nvSpPr>
          <p:spPr>
            <a:xfrm>
              <a:off x="285750" y="766445"/>
              <a:ext cx="2171700" cy="2768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Calibri"/>
                <a:buNone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MAIN_LOGIN_01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1" name="Google Shape;211;p5"/>
          <p:cNvGrpSpPr/>
          <p:nvPr/>
        </p:nvGrpSpPr>
        <p:grpSpPr>
          <a:xfrm>
            <a:off x="285750" y="1318260"/>
            <a:ext cx="2171700" cy="608330"/>
            <a:chOff x="285750" y="1318260"/>
            <a:chExt cx="2171700" cy="608330"/>
          </a:xfrm>
        </p:grpSpPr>
        <p:sp>
          <p:nvSpPr>
            <p:cNvPr id="212" name="Google Shape;212;p5"/>
            <p:cNvSpPr txBox="1"/>
            <p:nvPr/>
          </p:nvSpPr>
          <p:spPr>
            <a:xfrm>
              <a:off x="285750" y="1318260"/>
              <a:ext cx="1005840" cy="3390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화면이름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" name="Google Shape;213;p5"/>
            <p:cNvSpPr txBox="1"/>
            <p:nvPr/>
          </p:nvSpPr>
          <p:spPr>
            <a:xfrm>
              <a:off x="285750" y="1649730"/>
              <a:ext cx="2171700" cy="2768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Calibri"/>
                <a:buNone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로그인 화면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4" name="Google Shape;214;p5"/>
          <p:cNvGrpSpPr/>
          <p:nvPr/>
        </p:nvGrpSpPr>
        <p:grpSpPr>
          <a:xfrm>
            <a:off x="285750" y="2386330"/>
            <a:ext cx="2171700" cy="607695"/>
            <a:chOff x="285750" y="2386330"/>
            <a:chExt cx="2171700" cy="607695"/>
          </a:xfrm>
        </p:grpSpPr>
        <p:sp>
          <p:nvSpPr>
            <p:cNvPr id="215" name="Google Shape;215;p5"/>
            <p:cNvSpPr txBox="1"/>
            <p:nvPr/>
          </p:nvSpPr>
          <p:spPr>
            <a:xfrm>
              <a:off x="285750" y="2386330"/>
              <a:ext cx="1898650" cy="3390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관련 유스케이스 ID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" name="Google Shape;216;p5"/>
            <p:cNvSpPr txBox="1"/>
            <p:nvPr/>
          </p:nvSpPr>
          <p:spPr>
            <a:xfrm>
              <a:off x="285750" y="2717165"/>
              <a:ext cx="2171700" cy="2768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Calibri"/>
                <a:buNone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MLCM_100 / MLCM_102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7" name="Google Shape;217;p5"/>
          <p:cNvGrpSpPr/>
          <p:nvPr/>
        </p:nvGrpSpPr>
        <p:grpSpPr>
          <a:xfrm>
            <a:off x="285750" y="5814695"/>
            <a:ext cx="2171700" cy="607695"/>
            <a:chOff x="285750" y="5814695"/>
            <a:chExt cx="2171700" cy="607695"/>
          </a:xfrm>
        </p:grpSpPr>
        <p:sp>
          <p:nvSpPr>
            <p:cNvPr id="218" name="Google Shape;218;p5"/>
            <p:cNvSpPr txBox="1"/>
            <p:nvPr/>
          </p:nvSpPr>
          <p:spPr>
            <a:xfrm>
              <a:off x="285750" y="5814695"/>
              <a:ext cx="800735" cy="3390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작성자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" name="Google Shape;219;p5"/>
            <p:cNvSpPr txBox="1"/>
            <p:nvPr/>
          </p:nvSpPr>
          <p:spPr>
            <a:xfrm>
              <a:off x="285750" y="6145530"/>
              <a:ext cx="2171700" cy="2768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Calibri"/>
                <a:buNone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팀장 – 이응균 / 팀원 - 함은선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0" name="Google Shape;220;p5"/>
          <p:cNvGrpSpPr/>
          <p:nvPr/>
        </p:nvGrpSpPr>
        <p:grpSpPr>
          <a:xfrm>
            <a:off x="285750" y="3289935"/>
            <a:ext cx="2379345" cy="975360"/>
            <a:chOff x="285750" y="3289935"/>
            <a:chExt cx="2379345" cy="975360"/>
          </a:xfrm>
        </p:grpSpPr>
        <p:sp>
          <p:nvSpPr>
            <p:cNvPr id="221" name="Google Shape;221;p5"/>
            <p:cNvSpPr txBox="1"/>
            <p:nvPr/>
          </p:nvSpPr>
          <p:spPr>
            <a:xfrm>
              <a:off x="285750" y="3289935"/>
              <a:ext cx="1005840" cy="3390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화면개요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" name="Google Shape;222;p5"/>
            <p:cNvSpPr txBox="1"/>
            <p:nvPr/>
          </p:nvSpPr>
          <p:spPr>
            <a:xfrm>
              <a:off x="285750" y="3621405"/>
              <a:ext cx="2379345" cy="6400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Calibri"/>
                <a:buNone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사용자가 로그인에 필요한 </a:t>
              </a:r>
              <a:r>
                <a:rPr lang="ko-KR" altLang="en-US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이메일</a:t>
              </a: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/ 비밀번호를 입력하고 로그인 하는 화면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3" name="Google Shape;223;p5"/>
          <p:cNvGrpSpPr/>
          <p:nvPr/>
        </p:nvGrpSpPr>
        <p:grpSpPr>
          <a:xfrm>
            <a:off x="285750" y="4504055"/>
            <a:ext cx="2372360" cy="608330"/>
            <a:chOff x="285750" y="4504055"/>
            <a:chExt cx="2372360" cy="608330"/>
          </a:xfrm>
        </p:grpSpPr>
        <p:sp>
          <p:nvSpPr>
            <p:cNvPr id="224" name="Google Shape;224;p5"/>
            <p:cNvSpPr txBox="1"/>
            <p:nvPr/>
          </p:nvSpPr>
          <p:spPr>
            <a:xfrm>
              <a:off x="285750" y="4504055"/>
              <a:ext cx="1098550" cy="3390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메뉴경로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" name="Google Shape;225;p5"/>
            <p:cNvSpPr txBox="1"/>
            <p:nvPr/>
          </p:nvSpPr>
          <p:spPr>
            <a:xfrm>
              <a:off x="285750" y="4835525"/>
              <a:ext cx="2372360" cy="2768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Calibri"/>
                <a:buNone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로그인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28" name="그림 227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135035" y="0"/>
            <a:ext cx="2379765" cy="5150055"/>
          </a:xfrm>
          <a:prstGeom prst="rect">
            <a:avLst/>
          </a:prstGeom>
        </p:spPr>
      </p:pic>
      <p:sp>
        <p:nvSpPr>
          <p:cNvPr id="229" name="가로 글상자 228"/>
          <p:cNvSpPr txBox="1"/>
          <p:nvPr/>
        </p:nvSpPr>
        <p:spPr>
          <a:xfrm>
            <a:off x="5010708" y="2309069"/>
            <a:ext cx="266700" cy="264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333F"/>
              </a:buClr>
              <a:buSzPct val="25000"/>
              <a:buFont typeface="맑은 고딕"/>
              <a:buNone/>
              <a:defRPr/>
            </a:pPr>
            <a:r>
              <a:rPr 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❶</a:t>
            </a:r>
            <a:endParaRPr lang="ko-KR" altLang="en-US"/>
          </a:p>
        </p:txBody>
      </p:sp>
      <p:sp>
        <p:nvSpPr>
          <p:cNvPr id="230" name="가로 글상자 229"/>
          <p:cNvSpPr txBox="1"/>
          <p:nvPr/>
        </p:nvSpPr>
        <p:spPr>
          <a:xfrm>
            <a:off x="5010708" y="2893695"/>
            <a:ext cx="266700" cy="2667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333F"/>
              </a:buClr>
              <a:buSzPct val="25000"/>
              <a:buFont typeface="맑은 고딕"/>
              <a:buNone/>
              <a:defRPr/>
            </a:pPr>
            <a:r>
              <a:rPr 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❷</a:t>
            </a:r>
            <a:endParaRPr lang="ko-KR" altLang="en-US"/>
          </a:p>
        </p:txBody>
      </p:sp>
      <p:sp>
        <p:nvSpPr>
          <p:cNvPr id="231" name="가로 글상자 230"/>
          <p:cNvSpPr txBox="1"/>
          <p:nvPr/>
        </p:nvSpPr>
        <p:spPr>
          <a:xfrm>
            <a:off x="5154234" y="3189167"/>
            <a:ext cx="266700" cy="2724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333F"/>
              </a:buClr>
              <a:buSzPct val="25000"/>
              <a:buFont typeface="맑은 고딕"/>
              <a:buNone/>
              <a:defRPr/>
            </a:pPr>
            <a:r>
              <a:rPr 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❸</a:t>
            </a:r>
            <a:endParaRPr lang="ko-KR" altLang="en-US"/>
          </a:p>
        </p:txBody>
      </p:sp>
      <p:sp>
        <p:nvSpPr>
          <p:cNvPr id="232" name="가로 글상자 231"/>
          <p:cNvSpPr txBox="1"/>
          <p:nvPr/>
        </p:nvSpPr>
        <p:spPr>
          <a:xfrm>
            <a:off x="5154234" y="3475959"/>
            <a:ext cx="266700" cy="2724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333F"/>
              </a:buClr>
              <a:buSzPct val="25000"/>
              <a:buFont typeface="맑은 고딕"/>
              <a:buNone/>
              <a:defRPr/>
            </a:pPr>
            <a:r>
              <a:rPr 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❹</a:t>
            </a:r>
            <a:endParaRPr lang="ko-KR" altLang="en-US"/>
          </a:p>
        </p:txBody>
      </p:sp>
      <p:sp>
        <p:nvSpPr>
          <p:cNvPr id="233" name="가로 글상자 233"/>
          <p:cNvSpPr txBox="1"/>
          <p:nvPr/>
        </p:nvSpPr>
        <p:spPr>
          <a:xfrm>
            <a:off x="5154234" y="3762752"/>
            <a:ext cx="266700" cy="2724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333F"/>
              </a:buClr>
              <a:buSzPct val="25000"/>
              <a:buFont typeface="맑은 고딕"/>
              <a:buNone/>
              <a:defRPr/>
            </a:pPr>
            <a:r>
              <a:rPr 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❺</a:t>
            </a:r>
            <a:endParaRPr lang="ko-KR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CD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6"/>
          <p:cNvSpPr/>
          <p:nvPr/>
        </p:nvSpPr>
        <p:spPr>
          <a:xfrm>
            <a:off x="0" y="0"/>
            <a:ext cx="2743835" cy="6858635"/>
          </a:xfrm>
          <a:prstGeom prst="rect">
            <a:avLst/>
          </a:prstGeom>
          <a:solidFill>
            <a:srgbClr val="0090D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6"/>
          <p:cNvSpPr/>
          <p:nvPr/>
        </p:nvSpPr>
        <p:spPr>
          <a:xfrm>
            <a:off x="2743200" y="5137785"/>
            <a:ext cx="7163435" cy="172085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6"/>
          <p:cNvSpPr txBox="1"/>
          <p:nvPr/>
        </p:nvSpPr>
        <p:spPr>
          <a:xfrm>
            <a:off x="3020060" y="5298440"/>
            <a:ext cx="1005840" cy="33909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600" b="1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화면설명</a:t>
            </a:r>
            <a:endParaRPr sz="1600" b="1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235" name="Google Shape;235;p6"/>
          <p:cNvSpPr txBox="1"/>
          <p:nvPr/>
        </p:nvSpPr>
        <p:spPr>
          <a:xfrm>
            <a:off x="3020060" y="5673090"/>
            <a:ext cx="6688455" cy="100203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333F"/>
              </a:buClr>
              <a:buSzPct val="25000"/>
              <a:buFont typeface="맑은 고딕"/>
              <a:buNone/>
              <a:defRPr/>
            </a:pPr>
            <a:r>
              <a:rPr 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❶</a:t>
            </a:r>
            <a:r>
              <a:rPr lang="ko-KR" sz="1200" b="0" i="0">
                <a:solidFill>
                  <a:srgbClr val="31333F"/>
                </a:solidFill>
                <a:latin typeface="맑은 고딕"/>
                <a:ea typeface="맑은 고딕"/>
                <a:cs typeface="맑은 고딕"/>
                <a:sym typeface="맑은 고딕"/>
              </a:rPr>
              <a:t> 전체 동의: 필수 및 선택 약관 전체 동의 체크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333F"/>
              </a:buClr>
              <a:buSzPct val="25000"/>
              <a:buFont typeface="맑은 고딕"/>
              <a:buNone/>
              <a:defRPr/>
            </a:pPr>
            <a:r>
              <a:rPr 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❷</a:t>
            </a:r>
            <a:r>
              <a:rPr lang="ko-KR" sz="1200" b="0" i="0">
                <a:solidFill>
                  <a:srgbClr val="31333F"/>
                </a:solidFill>
                <a:latin typeface="맑은 고딕"/>
                <a:ea typeface="맑은 고딕"/>
                <a:cs typeface="맑은 고딕"/>
                <a:sym typeface="맑은 고딕"/>
              </a:rPr>
              <a:t> 서비스 이용약관 · </a:t>
            </a:r>
            <a:r>
              <a:rPr 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❸</a:t>
            </a:r>
            <a:r>
              <a:rPr lang="ko-KR" sz="1200" b="0" i="0">
                <a:solidFill>
                  <a:srgbClr val="31333F"/>
                </a:solidFill>
                <a:latin typeface="맑은 고딕"/>
                <a:ea typeface="맑은 고딕"/>
                <a:cs typeface="맑은 고딕"/>
                <a:sym typeface="맑은 고딕"/>
              </a:rPr>
              <a:t> 개인정보 수집·이용 동의 (필수)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333F"/>
              </a:buClr>
              <a:buSzPct val="25000"/>
              <a:buFont typeface="맑은 고딕"/>
              <a:buNone/>
              <a:defRPr/>
            </a:pPr>
            <a:r>
              <a:rPr 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❹</a:t>
            </a:r>
            <a:r>
              <a:rPr lang="ko-KR" sz="1200" b="0" i="0">
                <a:solidFill>
                  <a:srgbClr val="31333F"/>
                </a:solidFill>
                <a:latin typeface="맑은 고딕"/>
                <a:ea typeface="맑은 고딕"/>
                <a:cs typeface="맑은 고딕"/>
                <a:sym typeface="맑은 고딕"/>
              </a:rPr>
              <a:t> 민감정보(생체·건강) 수집 동의: 별도 동의 (필수)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333F"/>
              </a:buClr>
              <a:buSzPct val="25000"/>
              <a:buFont typeface="맑은 고딕"/>
              <a:buNone/>
              <a:defRPr/>
            </a:pPr>
            <a:r>
              <a:rPr 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❺</a:t>
            </a:r>
            <a:r>
              <a:rPr lang="ko-KR" sz="1200" b="0" i="0">
                <a:solidFill>
                  <a:srgbClr val="31333F"/>
                </a:solidFill>
                <a:latin typeface="맑은 고딕"/>
                <a:ea typeface="맑은 고딕"/>
                <a:cs typeface="맑은 고딕"/>
                <a:sym typeface="맑은 고딕"/>
              </a:rPr>
              <a:t> 선택 동의 · ❻ 약관에 대한 상세내용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333F"/>
              </a:buClr>
              <a:buSzPct val="25000"/>
              <a:buFont typeface="맑은 고딕"/>
              <a:buNone/>
              <a:defRPr/>
            </a:pPr>
            <a:r>
              <a:rPr 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❼</a:t>
            </a:r>
            <a:r>
              <a:rPr lang="ko-KR" sz="1200" b="0" i="0">
                <a:solidFill>
                  <a:srgbClr val="31333F"/>
                </a:solidFill>
                <a:latin typeface="맑은 고딕"/>
                <a:ea typeface="맑은 고딕"/>
                <a:cs typeface="맑은 고딕"/>
                <a:sym typeface="맑은 고딕"/>
              </a:rPr>
              <a:t> 필수 약관 모두 동의 시 기본정보 입력 단계로 이동</a:t>
            </a:r>
            <a:r>
              <a:rPr 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/>
            </a:r>
            <a:r>
              <a:rPr lang="ko-KR" sz="1200" b="0" i="0">
                <a:solidFill>
                  <a:srgbClr val="31333F"/>
                </a:solidFill>
                <a:latin typeface="맑은 고딕"/>
                <a:ea typeface="맑은 고딕"/>
                <a:cs typeface="맑은 고딕"/>
                <a:sym typeface="맑은 고딕"/>
              </a:rPr>
              <a:t/>
            </a:r>
            <a:r>
              <a:rPr 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/>
            </a:r>
            <a:r>
              <a:rPr lang="ko-KR" sz="1200" b="0" i="0">
                <a:solidFill>
                  <a:srgbClr val="31333F"/>
                </a:solidFill>
                <a:latin typeface="맑은 고딕"/>
                <a:ea typeface="맑은 고딕"/>
                <a:cs typeface="맑은 고딕"/>
                <a:sym typeface="맑은 고딕"/>
              </a:rPr>
              <a:t/>
            </a:r>
            <a:endParaRPr sz="1200" b="0" i="0">
              <a:solidFill>
                <a:srgbClr val="31333F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236" name="Google Shape;236;p6"/>
          <p:cNvSpPr/>
          <p:nvPr/>
        </p:nvSpPr>
        <p:spPr>
          <a:xfrm>
            <a:off x="0" y="10795"/>
            <a:ext cx="2743835" cy="6858635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7" name="Google Shape;237;p6"/>
          <p:cNvGrpSpPr/>
          <p:nvPr/>
        </p:nvGrpSpPr>
        <p:grpSpPr>
          <a:xfrm>
            <a:off x="285750" y="435610"/>
            <a:ext cx="2171700" cy="608330"/>
            <a:chOff x="285750" y="435610"/>
            <a:chExt cx="2171700" cy="608330"/>
          </a:xfrm>
        </p:grpSpPr>
        <p:sp>
          <p:nvSpPr>
            <p:cNvPr id="238" name="Google Shape;238;p6"/>
            <p:cNvSpPr txBox="1"/>
            <p:nvPr/>
          </p:nvSpPr>
          <p:spPr>
            <a:xfrm>
              <a:off x="285750" y="435610"/>
              <a:ext cx="873125" cy="3390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화면 ID 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" name="Google Shape;239;p6"/>
            <p:cNvSpPr txBox="1"/>
            <p:nvPr/>
          </p:nvSpPr>
          <p:spPr>
            <a:xfrm>
              <a:off x="285750" y="766445"/>
              <a:ext cx="2171700" cy="2774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Calibri"/>
                <a:buNone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MAIN_JOIN_01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0" name="Google Shape;240;p6"/>
          <p:cNvGrpSpPr/>
          <p:nvPr/>
        </p:nvGrpSpPr>
        <p:grpSpPr>
          <a:xfrm>
            <a:off x="285750" y="1318260"/>
            <a:ext cx="2171700" cy="608330"/>
            <a:chOff x="285750" y="1318260"/>
            <a:chExt cx="2171700" cy="608330"/>
          </a:xfrm>
        </p:grpSpPr>
        <p:sp>
          <p:nvSpPr>
            <p:cNvPr id="241" name="Google Shape;241;p6"/>
            <p:cNvSpPr txBox="1"/>
            <p:nvPr/>
          </p:nvSpPr>
          <p:spPr>
            <a:xfrm>
              <a:off x="285750" y="1318260"/>
              <a:ext cx="1005840" cy="3384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화면이름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" name="Google Shape;242;p6"/>
            <p:cNvSpPr txBox="1"/>
            <p:nvPr/>
          </p:nvSpPr>
          <p:spPr>
            <a:xfrm>
              <a:off x="285750" y="1649730"/>
              <a:ext cx="2171700" cy="2768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Calibri"/>
                <a:buNone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회원가입 화면(약관 동의)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3" name="Google Shape;243;p6"/>
          <p:cNvGrpSpPr/>
          <p:nvPr/>
        </p:nvGrpSpPr>
        <p:grpSpPr>
          <a:xfrm>
            <a:off x="285750" y="2386330"/>
            <a:ext cx="2171700" cy="792480"/>
            <a:chOff x="285750" y="2386330"/>
            <a:chExt cx="2171700" cy="792480"/>
          </a:xfrm>
        </p:grpSpPr>
        <p:sp>
          <p:nvSpPr>
            <p:cNvPr id="244" name="Google Shape;244;p6"/>
            <p:cNvSpPr txBox="1"/>
            <p:nvPr/>
          </p:nvSpPr>
          <p:spPr>
            <a:xfrm>
              <a:off x="285750" y="2386330"/>
              <a:ext cx="1898650" cy="3384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관련 유스케이스 ID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" name="Google Shape;245;p6"/>
            <p:cNvSpPr txBox="1"/>
            <p:nvPr/>
          </p:nvSpPr>
          <p:spPr>
            <a:xfrm>
              <a:off x="285750" y="2717165"/>
              <a:ext cx="21717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Calibri"/>
                <a:buNone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MLCM_10</a:t>
              </a:r>
              <a:r>
                <a:rPr lang="en-US" alt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Calibri"/>
                <a:buNone/>
              </a:pP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6" name="Google Shape;246;p6"/>
          <p:cNvGrpSpPr/>
          <p:nvPr/>
        </p:nvGrpSpPr>
        <p:grpSpPr>
          <a:xfrm>
            <a:off x="285750" y="5814695"/>
            <a:ext cx="2171700" cy="607695"/>
            <a:chOff x="285750" y="5814695"/>
            <a:chExt cx="2171700" cy="607695"/>
          </a:xfrm>
        </p:grpSpPr>
        <p:sp>
          <p:nvSpPr>
            <p:cNvPr id="247" name="Google Shape;247;p6"/>
            <p:cNvSpPr txBox="1"/>
            <p:nvPr/>
          </p:nvSpPr>
          <p:spPr>
            <a:xfrm>
              <a:off x="285750" y="5814695"/>
              <a:ext cx="800735" cy="3384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작성자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" name="Google Shape;248;p6"/>
            <p:cNvSpPr txBox="1"/>
            <p:nvPr/>
          </p:nvSpPr>
          <p:spPr>
            <a:xfrm>
              <a:off x="285750" y="6145530"/>
              <a:ext cx="2171700" cy="2768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Calibri"/>
                <a:buNone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팀장 – 이응균 / 팀원 - 함은선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9" name="Google Shape;249;p6"/>
          <p:cNvGrpSpPr/>
          <p:nvPr/>
        </p:nvGrpSpPr>
        <p:grpSpPr>
          <a:xfrm>
            <a:off x="285750" y="3289935"/>
            <a:ext cx="2171700" cy="977900"/>
            <a:chOff x="285750" y="3289935"/>
            <a:chExt cx="2171700" cy="977900"/>
          </a:xfrm>
        </p:grpSpPr>
        <p:sp>
          <p:nvSpPr>
            <p:cNvPr id="250" name="Google Shape;250;p6"/>
            <p:cNvSpPr txBox="1"/>
            <p:nvPr/>
          </p:nvSpPr>
          <p:spPr>
            <a:xfrm>
              <a:off x="285750" y="3289935"/>
              <a:ext cx="1005840" cy="3384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화면개요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" name="Google Shape;251;p6"/>
            <p:cNvSpPr txBox="1"/>
            <p:nvPr/>
          </p:nvSpPr>
          <p:spPr>
            <a:xfrm>
              <a:off x="285750" y="3621405"/>
              <a:ext cx="2171700" cy="6464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Calibri"/>
                <a:buNone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회원가입 서비스 이용약관 및 민감정보(생체/건강 데이터) 수집 동의 처리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2" name="Google Shape;252;p6"/>
          <p:cNvGrpSpPr/>
          <p:nvPr/>
        </p:nvGrpSpPr>
        <p:grpSpPr>
          <a:xfrm>
            <a:off x="285750" y="4504055"/>
            <a:ext cx="2372360" cy="608330"/>
            <a:chOff x="285750" y="4504055"/>
            <a:chExt cx="2372360" cy="608330"/>
          </a:xfrm>
        </p:grpSpPr>
        <p:sp>
          <p:nvSpPr>
            <p:cNvPr id="253" name="Google Shape;253;p6"/>
            <p:cNvSpPr txBox="1"/>
            <p:nvPr/>
          </p:nvSpPr>
          <p:spPr>
            <a:xfrm>
              <a:off x="285750" y="4504055"/>
              <a:ext cx="1098550" cy="3384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메뉴경로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" name="Google Shape;254;p6"/>
            <p:cNvSpPr txBox="1"/>
            <p:nvPr/>
          </p:nvSpPr>
          <p:spPr>
            <a:xfrm>
              <a:off x="285750" y="4835525"/>
              <a:ext cx="2372360" cy="2768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Calibri"/>
                <a:buNone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로그인/약관동의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57" name="그림 25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135035" y="0"/>
            <a:ext cx="2379765" cy="5150055"/>
          </a:xfrm>
          <a:prstGeom prst="rect">
            <a:avLst/>
          </a:prstGeom>
        </p:spPr>
      </p:pic>
      <p:sp>
        <p:nvSpPr>
          <p:cNvPr id="258" name="가로 글상자 257"/>
          <p:cNvSpPr txBox="1"/>
          <p:nvPr/>
        </p:nvSpPr>
        <p:spPr>
          <a:xfrm>
            <a:off x="5184743" y="1050430"/>
            <a:ext cx="266700" cy="264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333F"/>
              </a:buClr>
              <a:buSzPct val="25000"/>
              <a:buFont typeface="맑은 고딕"/>
              <a:buNone/>
              <a:defRPr/>
            </a:pPr>
            <a:r>
              <a:rPr 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❶</a:t>
            </a:r>
            <a:endParaRPr lang="ko-KR" altLang="en-US"/>
          </a:p>
        </p:txBody>
      </p:sp>
      <p:sp>
        <p:nvSpPr>
          <p:cNvPr id="259" name="가로 글상자 258"/>
          <p:cNvSpPr txBox="1"/>
          <p:nvPr/>
        </p:nvSpPr>
        <p:spPr>
          <a:xfrm>
            <a:off x="5184743" y="1416548"/>
            <a:ext cx="266700" cy="2667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333F"/>
              </a:buClr>
              <a:buSzPct val="25000"/>
              <a:buFont typeface="맑은 고딕"/>
              <a:buNone/>
              <a:defRPr/>
            </a:pPr>
            <a:r>
              <a:rPr 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❷</a:t>
            </a:r>
            <a:endParaRPr lang="ko-KR" altLang="en-US"/>
          </a:p>
        </p:txBody>
      </p:sp>
      <p:sp>
        <p:nvSpPr>
          <p:cNvPr id="260" name="가로 글상자 259"/>
          <p:cNvSpPr txBox="1"/>
          <p:nvPr/>
        </p:nvSpPr>
        <p:spPr>
          <a:xfrm>
            <a:off x="5184743" y="1669779"/>
            <a:ext cx="266700" cy="2724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333F"/>
              </a:buClr>
              <a:buSzPct val="25000"/>
              <a:buFont typeface="맑은 고딕"/>
              <a:buNone/>
              <a:defRPr/>
            </a:pPr>
            <a:r>
              <a:rPr 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❸</a:t>
            </a:r>
            <a:endParaRPr lang="ko-KR" altLang="en-US"/>
          </a:p>
        </p:txBody>
      </p:sp>
      <p:sp>
        <p:nvSpPr>
          <p:cNvPr id="261" name="가로 글상자 260"/>
          <p:cNvSpPr txBox="1"/>
          <p:nvPr/>
        </p:nvSpPr>
        <p:spPr>
          <a:xfrm>
            <a:off x="5184743" y="1919959"/>
            <a:ext cx="266700" cy="2724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333F"/>
              </a:buClr>
              <a:buSzPct val="25000"/>
              <a:buFont typeface="맑은 고딕"/>
              <a:buNone/>
              <a:defRPr/>
            </a:pPr>
            <a:r>
              <a:rPr 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❹</a:t>
            </a:r>
            <a:endParaRPr lang="ko-KR" altLang="en-US"/>
          </a:p>
        </p:txBody>
      </p:sp>
      <p:sp>
        <p:nvSpPr>
          <p:cNvPr id="262" name="가로 글상자 261"/>
          <p:cNvSpPr txBox="1"/>
          <p:nvPr/>
        </p:nvSpPr>
        <p:spPr>
          <a:xfrm>
            <a:off x="5184743" y="2652195"/>
            <a:ext cx="266700" cy="267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333F"/>
              </a:buClr>
              <a:buSzPct val="25000"/>
              <a:buFont typeface="맑은 고딕"/>
              <a:buNone/>
              <a:defRPr/>
            </a:pPr>
            <a:r>
              <a:rPr 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❺</a:t>
            </a:r>
            <a:endParaRPr lang="ko-KR" altLang="en-US"/>
          </a:p>
        </p:txBody>
      </p:sp>
      <p:sp>
        <p:nvSpPr>
          <p:cNvPr id="263" name="가로 글상자 262"/>
          <p:cNvSpPr txBox="1"/>
          <p:nvPr/>
        </p:nvSpPr>
        <p:spPr>
          <a:xfrm>
            <a:off x="5184743" y="3061026"/>
            <a:ext cx="266700" cy="2724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333F"/>
              </a:buClr>
              <a:buSzPct val="25000"/>
              <a:buFont typeface="맑은 고딕"/>
              <a:buNone/>
              <a:defRPr/>
            </a:pPr>
            <a:r>
              <a:rPr 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❼</a:t>
            </a:r>
            <a:endParaRPr lang="ko-KR" altLang="en-US"/>
          </a:p>
        </p:txBody>
      </p:sp>
      <p:sp>
        <p:nvSpPr>
          <p:cNvPr id="265" name="가로 글상자 264"/>
          <p:cNvSpPr txBox="1"/>
          <p:nvPr/>
        </p:nvSpPr>
        <p:spPr>
          <a:xfrm>
            <a:off x="7183136" y="1416548"/>
            <a:ext cx="266700" cy="271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333F"/>
              </a:buClr>
              <a:buSzPct val="25000"/>
              <a:buFont typeface="맑은 고딕"/>
              <a:buNone/>
              <a:defRPr/>
            </a:pPr>
            <a:r>
              <a:rPr 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❻</a:t>
            </a:r>
            <a:endParaRPr lang="ko-KR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CD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그림 29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135035" y="0"/>
            <a:ext cx="2379765" cy="5150055"/>
          </a:xfrm>
          <a:prstGeom prst="rect">
            <a:avLst/>
          </a:prstGeom>
        </p:spPr>
      </p:pic>
      <p:sp>
        <p:nvSpPr>
          <p:cNvPr id="259" name="Google Shape;259;p7"/>
          <p:cNvSpPr/>
          <p:nvPr/>
        </p:nvSpPr>
        <p:spPr>
          <a:xfrm>
            <a:off x="0" y="0"/>
            <a:ext cx="2743835" cy="6858635"/>
          </a:xfrm>
          <a:prstGeom prst="rect">
            <a:avLst/>
          </a:prstGeom>
          <a:solidFill>
            <a:srgbClr val="0090D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7"/>
          <p:cNvSpPr/>
          <p:nvPr/>
        </p:nvSpPr>
        <p:spPr>
          <a:xfrm>
            <a:off x="2743200" y="5137785"/>
            <a:ext cx="7163435" cy="172085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7"/>
          <p:cNvSpPr txBox="1"/>
          <p:nvPr/>
        </p:nvSpPr>
        <p:spPr>
          <a:xfrm>
            <a:off x="3020060" y="5298440"/>
            <a:ext cx="1005840" cy="33909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600" b="1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화면설명</a:t>
            </a:r>
            <a:endParaRPr sz="1600" b="1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262" name="Google Shape;262;p7"/>
          <p:cNvSpPr txBox="1"/>
          <p:nvPr/>
        </p:nvSpPr>
        <p:spPr>
          <a:xfrm>
            <a:off x="3020060" y="5673090"/>
            <a:ext cx="6688455" cy="100201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333F"/>
              </a:buClr>
              <a:buSzPct val="25000"/>
              <a:buFont typeface="맑은 고딕"/>
              <a:buNone/>
              <a:defRPr/>
            </a:pPr>
            <a:r>
              <a:rPr 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❶</a:t>
            </a:r>
            <a:r>
              <a:rPr lang="en-US" alt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~</a:t>
            </a:r>
            <a:r>
              <a:rPr 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❷</a:t>
            </a:r>
            <a:r>
              <a:rPr lang="ko-KR" sz="1200" b="0" i="0">
                <a:solidFill>
                  <a:srgbClr val="31333F"/>
                </a:solidFill>
                <a:latin typeface="맑은 고딕"/>
                <a:ea typeface="맑은 고딕"/>
                <a:cs typeface="맑은 고딕"/>
                <a:sym typeface="맑은 고딕"/>
              </a:rPr>
              <a:t> 계정 정보 입력: </a:t>
            </a:r>
            <a:r>
              <a:rPr lang="ko-KR" altLang="en-US" sz="1200" b="0" i="0">
                <a:solidFill>
                  <a:srgbClr val="31333F"/>
                </a:solidFill>
                <a:latin typeface="맑은 고딕"/>
                <a:ea typeface="맑은 고딕"/>
                <a:cs typeface="맑은 고딕"/>
                <a:sym typeface="맑은 고딕"/>
              </a:rPr>
              <a:t>이메일</a:t>
            </a:r>
            <a:r>
              <a:rPr lang="ko-KR" sz="1200" b="0" i="0">
                <a:solidFill>
                  <a:srgbClr val="31333F"/>
                </a:solidFill>
                <a:latin typeface="맑은 고딕"/>
                <a:ea typeface="맑은 고딕"/>
                <a:cs typeface="맑은 고딕"/>
                <a:sym typeface="맑은 고딕"/>
              </a:rPr>
              <a:t> 및 비밀번호/비밀번호 확인 입력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333F"/>
              </a:buClr>
              <a:buSzPct val="25000"/>
              <a:buFont typeface="맑은 고딕"/>
              <a:buNone/>
              <a:defRPr/>
            </a:pPr>
            <a:r>
              <a:rPr 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❸</a:t>
            </a:r>
            <a:r>
              <a:rPr lang="ko-KR" altLang="en-US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 </a:t>
            </a:r>
            <a:r>
              <a:rPr lang="ko-KR" sz="1200" b="0" i="0">
                <a:solidFill>
                  <a:srgbClr val="31333F"/>
                </a:solidFill>
                <a:latin typeface="맑은 고딕"/>
                <a:ea typeface="맑은 고딕"/>
                <a:cs typeface="맑은 고딕"/>
                <a:sym typeface="맑은 고딕"/>
              </a:rPr>
              <a:t>중복 확인 버튼: 입력한 </a:t>
            </a:r>
            <a:r>
              <a:rPr lang="ko-KR" altLang="en-US" sz="1200" b="0" i="0">
                <a:solidFill>
                  <a:srgbClr val="31333F"/>
                </a:solidFill>
                <a:latin typeface="맑은 고딕"/>
                <a:ea typeface="맑은 고딕"/>
                <a:cs typeface="맑은 고딕"/>
                <a:sym typeface="맑은 고딕"/>
              </a:rPr>
              <a:t>이메일을</a:t>
            </a:r>
            <a:r>
              <a:rPr lang="ko-KR" sz="1200" b="0" i="0">
                <a:solidFill>
                  <a:srgbClr val="31333F"/>
                </a:solidFill>
                <a:latin typeface="맑은 고딕"/>
                <a:ea typeface="맑은 고딕"/>
                <a:cs typeface="맑은 고딕"/>
                <a:sym typeface="맑은 고딕"/>
              </a:rPr>
              <a:t> DB와 대조해서 중복하는 </a:t>
            </a:r>
            <a:r>
              <a:rPr lang="ko-KR" altLang="en-US" sz="1200" b="0" i="0">
                <a:solidFill>
                  <a:srgbClr val="31333F"/>
                </a:solidFill>
                <a:latin typeface="맑은 고딕"/>
                <a:ea typeface="맑은 고딕"/>
                <a:cs typeface="맑은 고딕"/>
                <a:sym typeface="맑은 고딕"/>
              </a:rPr>
              <a:t>이메일이</a:t>
            </a:r>
            <a:r>
              <a:rPr lang="ko-KR" sz="1200" b="0" i="0">
                <a:solidFill>
                  <a:srgbClr val="31333F"/>
                </a:solidFill>
                <a:latin typeface="맑은 고딕"/>
                <a:ea typeface="맑은 고딕"/>
                <a:cs typeface="맑은 고딕"/>
                <a:sym typeface="맑은 고딕"/>
              </a:rPr>
              <a:t> 있는지 확인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333F"/>
              </a:buClr>
              <a:buSzPct val="25000"/>
              <a:buFont typeface="맑은 고딕"/>
              <a:buNone/>
              <a:defRPr/>
            </a:pPr>
            <a:r>
              <a:rPr 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❹</a:t>
            </a:r>
            <a:r>
              <a:rPr lang="en-US" alt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~</a:t>
            </a:r>
            <a:r>
              <a:rPr 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❻</a:t>
            </a:r>
            <a:r>
              <a:rPr lang="ko-KR" sz="1200" b="0" i="0">
                <a:solidFill>
                  <a:srgbClr val="31333F"/>
                </a:solidFill>
                <a:latin typeface="맑은 고딕"/>
                <a:ea typeface="맑은 고딕"/>
                <a:cs typeface="맑은 고딕"/>
                <a:sym typeface="맑은 고딕"/>
              </a:rPr>
              <a:t> 사용자 인적사항: 이름, 생년월일, 성별, 키(선택) 입력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333F"/>
              </a:buClr>
              <a:buSzPct val="25000"/>
              <a:buFont typeface="맑은 고딕"/>
              <a:buNone/>
              <a:defRPr/>
            </a:pPr>
            <a:r>
              <a:rPr 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❼</a:t>
            </a:r>
            <a:r>
              <a:rPr lang="ko-KR" altLang="en-US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 </a:t>
            </a:r>
            <a:r>
              <a:rPr lang="ko-KR" altLang="en-US" sz="1200" b="0" i="0">
                <a:solidFill>
                  <a:srgbClr val="31333F"/>
                </a:solidFill>
                <a:latin typeface="맑은 고딕"/>
                <a:ea typeface="맑은 고딕"/>
                <a:cs typeface="맑은 고딕"/>
                <a:sym typeface="맑은 고딕"/>
              </a:rPr>
              <a:t>비상 연락처 입력 </a:t>
            </a:r>
            <a:r>
              <a:rPr lang="en-US" altLang="ko-KR" sz="1200" b="0" i="0">
                <a:solidFill>
                  <a:srgbClr val="31333F"/>
                </a:solidFill>
                <a:latin typeface="맑은 고딕"/>
                <a:ea typeface="맑은 고딕"/>
                <a:cs typeface="맑은 고딕"/>
                <a:sym typeface="맑은 고딕"/>
              </a:rPr>
              <a:t>(</a:t>
            </a:r>
            <a:r>
              <a:rPr lang="ko-KR" altLang="en-US" sz="1200" b="0" i="0">
                <a:solidFill>
                  <a:srgbClr val="31333F"/>
                </a:solidFill>
                <a:latin typeface="맑은 고딕"/>
                <a:ea typeface="맑은 고딕"/>
                <a:cs typeface="맑은 고딕"/>
                <a:sym typeface="맑은 고딕"/>
              </a:rPr>
              <a:t>선택사항</a:t>
            </a:r>
            <a:r>
              <a:rPr lang="en-US" altLang="ko-KR" sz="1200" b="0" i="0">
                <a:solidFill>
                  <a:srgbClr val="31333F"/>
                </a:solidFill>
                <a:latin typeface="맑은 고딕"/>
                <a:ea typeface="맑은 고딕"/>
                <a:cs typeface="맑은 고딕"/>
                <a:sym typeface="맑은 고딕"/>
              </a:rPr>
              <a:t>)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333F"/>
              </a:buClr>
              <a:buSzPct val="25000"/>
              <a:buFont typeface="맑은 고딕"/>
              <a:buNone/>
              <a:defRPr/>
            </a:pPr>
            <a:r>
              <a:rPr lang="ko-KR" sz="1200">
                <a:solidFill>
                  <a:schemeClr val="dk1"/>
                </a:solidFill>
                <a:latin typeface="맑은 고딕"/>
                <a:cs typeface="Calibri"/>
                <a:sym typeface="Calibri"/>
              </a:rPr>
              <a:t>❽</a:t>
            </a:r>
            <a:r>
              <a:rPr lang="ko-KR" sz="1200" b="0" i="0">
                <a:solidFill>
                  <a:srgbClr val="31333F"/>
                </a:solidFill>
                <a:latin typeface="맑은 고딕"/>
                <a:ea typeface="맑은 고딕"/>
                <a:cs typeface="맑은 고딕"/>
                <a:sym typeface="맑은 고딕"/>
              </a:rPr>
              <a:t> 회원가입 완료 버튼: 정보 유효성 검증 후 홈 화면으로 이동</a:t>
            </a:r>
            <a:endParaRPr sz="1200" b="0" i="0">
              <a:solidFill>
                <a:srgbClr val="31333F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263" name="Google Shape;263;p7"/>
          <p:cNvSpPr/>
          <p:nvPr/>
        </p:nvSpPr>
        <p:spPr>
          <a:xfrm>
            <a:off x="0" y="-12700"/>
            <a:ext cx="2743835" cy="687705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4" name="Google Shape;264;p7"/>
          <p:cNvGrpSpPr/>
          <p:nvPr/>
        </p:nvGrpSpPr>
        <p:grpSpPr>
          <a:xfrm>
            <a:off x="285750" y="435610"/>
            <a:ext cx="2171700" cy="607695"/>
            <a:chOff x="285750" y="435610"/>
            <a:chExt cx="2171700" cy="607695"/>
          </a:xfrm>
        </p:grpSpPr>
        <p:sp>
          <p:nvSpPr>
            <p:cNvPr id="265" name="Google Shape;265;p7"/>
            <p:cNvSpPr txBox="1"/>
            <p:nvPr/>
          </p:nvSpPr>
          <p:spPr>
            <a:xfrm>
              <a:off x="285750" y="435610"/>
              <a:ext cx="873125" cy="33909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화면 ID 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" name="Google Shape;266;p7"/>
            <p:cNvSpPr txBox="1"/>
            <p:nvPr/>
          </p:nvSpPr>
          <p:spPr>
            <a:xfrm>
              <a:off x="285750" y="766445"/>
              <a:ext cx="2171700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MAIN_JOIN_02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7" name="Google Shape;267;p7"/>
          <p:cNvGrpSpPr/>
          <p:nvPr/>
        </p:nvGrpSpPr>
        <p:grpSpPr>
          <a:xfrm>
            <a:off x="285750" y="1318260"/>
            <a:ext cx="2219960" cy="608330"/>
            <a:chOff x="285750" y="1318260"/>
            <a:chExt cx="2219960" cy="608330"/>
          </a:xfrm>
        </p:grpSpPr>
        <p:sp>
          <p:nvSpPr>
            <p:cNvPr id="268" name="Google Shape;268;p7"/>
            <p:cNvSpPr txBox="1"/>
            <p:nvPr/>
          </p:nvSpPr>
          <p:spPr>
            <a:xfrm>
              <a:off x="285750" y="1318260"/>
              <a:ext cx="1005840" cy="3384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화면이름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" name="Google Shape;269;p7"/>
            <p:cNvSpPr txBox="1"/>
            <p:nvPr/>
          </p:nvSpPr>
          <p:spPr>
            <a:xfrm>
              <a:off x="285750" y="1649730"/>
              <a:ext cx="2219960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회원가입 정보 입력 화면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0" name="Google Shape;270;p7"/>
          <p:cNvGrpSpPr/>
          <p:nvPr/>
        </p:nvGrpSpPr>
        <p:grpSpPr>
          <a:xfrm>
            <a:off x="285750" y="2386330"/>
            <a:ext cx="2171700" cy="792480"/>
            <a:chOff x="285750" y="2386330"/>
            <a:chExt cx="2171700" cy="792480"/>
          </a:xfrm>
        </p:grpSpPr>
        <p:sp>
          <p:nvSpPr>
            <p:cNvPr id="271" name="Google Shape;271;p7"/>
            <p:cNvSpPr txBox="1"/>
            <p:nvPr/>
          </p:nvSpPr>
          <p:spPr>
            <a:xfrm>
              <a:off x="285750" y="2386330"/>
              <a:ext cx="1898650" cy="3384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관련 유스케이스 ID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" name="Google Shape;272;p7"/>
            <p:cNvSpPr txBox="1"/>
            <p:nvPr/>
          </p:nvSpPr>
          <p:spPr>
            <a:xfrm>
              <a:off x="285750" y="2717165"/>
              <a:ext cx="21717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MLCM_10</a:t>
              </a:r>
              <a:r>
                <a:rPr lang="en-US" alt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Calibri"/>
                <a:buNone/>
                <a:defRPr/>
              </a:pP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3" name="Google Shape;273;p7"/>
          <p:cNvGrpSpPr/>
          <p:nvPr/>
        </p:nvGrpSpPr>
        <p:grpSpPr>
          <a:xfrm>
            <a:off x="285750" y="5814695"/>
            <a:ext cx="2171700" cy="607695"/>
            <a:chOff x="285750" y="5814695"/>
            <a:chExt cx="2171700" cy="607695"/>
          </a:xfrm>
        </p:grpSpPr>
        <p:sp>
          <p:nvSpPr>
            <p:cNvPr id="274" name="Google Shape;274;p7"/>
            <p:cNvSpPr txBox="1"/>
            <p:nvPr/>
          </p:nvSpPr>
          <p:spPr>
            <a:xfrm>
              <a:off x="285750" y="5814695"/>
              <a:ext cx="800735" cy="3384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작성자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" name="Google Shape;275;p7"/>
            <p:cNvSpPr txBox="1"/>
            <p:nvPr/>
          </p:nvSpPr>
          <p:spPr>
            <a:xfrm>
              <a:off x="285750" y="6145530"/>
              <a:ext cx="2171700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팀장 – 이응균 / 팀원 - 함은선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6" name="Google Shape;276;p7"/>
          <p:cNvGrpSpPr/>
          <p:nvPr/>
        </p:nvGrpSpPr>
        <p:grpSpPr>
          <a:xfrm>
            <a:off x="285750" y="3289935"/>
            <a:ext cx="2171700" cy="608330"/>
            <a:chOff x="285750" y="3289935"/>
            <a:chExt cx="2171700" cy="608330"/>
          </a:xfrm>
        </p:grpSpPr>
        <p:sp>
          <p:nvSpPr>
            <p:cNvPr id="277" name="Google Shape;277;p7"/>
            <p:cNvSpPr txBox="1"/>
            <p:nvPr/>
          </p:nvSpPr>
          <p:spPr>
            <a:xfrm>
              <a:off x="285750" y="3289935"/>
              <a:ext cx="1005840" cy="3384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화면개요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" name="Google Shape;278;p7"/>
            <p:cNvSpPr txBox="1"/>
            <p:nvPr/>
          </p:nvSpPr>
          <p:spPr>
            <a:xfrm>
              <a:off x="285750" y="3621405"/>
              <a:ext cx="2171700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계정 정보 및 인적 사항 입력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9" name="Google Shape;279;p7"/>
          <p:cNvGrpSpPr/>
          <p:nvPr/>
        </p:nvGrpSpPr>
        <p:grpSpPr>
          <a:xfrm>
            <a:off x="285750" y="4504055"/>
            <a:ext cx="2372360" cy="780415"/>
            <a:chOff x="285750" y="4504055"/>
            <a:chExt cx="2372360" cy="780415"/>
          </a:xfrm>
        </p:grpSpPr>
        <p:sp>
          <p:nvSpPr>
            <p:cNvPr id="280" name="Google Shape;280;p7"/>
            <p:cNvSpPr txBox="1"/>
            <p:nvPr/>
          </p:nvSpPr>
          <p:spPr>
            <a:xfrm>
              <a:off x="285750" y="4504055"/>
              <a:ext cx="1098550" cy="3384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메뉴경로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" name="Google Shape;281;p7"/>
            <p:cNvSpPr txBox="1"/>
            <p:nvPr/>
          </p:nvSpPr>
          <p:spPr>
            <a:xfrm>
              <a:off x="285750" y="4835525"/>
              <a:ext cx="2372360" cy="44894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로그인/약관동의/회원가입 정보 입력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8" name="가로 글상자 287"/>
          <p:cNvSpPr txBox="1"/>
          <p:nvPr/>
        </p:nvSpPr>
        <p:spPr>
          <a:xfrm>
            <a:off x="5184743" y="961951"/>
            <a:ext cx="266700" cy="264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333F"/>
              </a:buClr>
              <a:buSzPct val="25000"/>
              <a:buFont typeface="맑은 고딕"/>
              <a:buNone/>
              <a:defRPr/>
            </a:pPr>
            <a:r>
              <a:rPr 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❶</a:t>
            </a:r>
            <a:endParaRPr lang="ko-KR" altLang="en-US"/>
          </a:p>
        </p:txBody>
      </p:sp>
      <p:sp>
        <p:nvSpPr>
          <p:cNvPr id="289" name="가로 글상자 288"/>
          <p:cNvSpPr txBox="1"/>
          <p:nvPr/>
        </p:nvSpPr>
        <p:spPr>
          <a:xfrm>
            <a:off x="5184743" y="1651473"/>
            <a:ext cx="266700" cy="2667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333F"/>
              </a:buClr>
              <a:buSzPct val="25000"/>
              <a:buFont typeface="맑은 고딕"/>
              <a:buNone/>
              <a:defRPr/>
            </a:pPr>
            <a:r>
              <a:rPr 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❷</a:t>
            </a:r>
            <a:endParaRPr lang="ko-KR" altLang="en-US"/>
          </a:p>
        </p:txBody>
      </p:sp>
      <p:sp>
        <p:nvSpPr>
          <p:cNvPr id="290" name="가로 글상자 289"/>
          <p:cNvSpPr txBox="1"/>
          <p:nvPr/>
        </p:nvSpPr>
        <p:spPr>
          <a:xfrm>
            <a:off x="5184743" y="2344046"/>
            <a:ext cx="266700" cy="267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333F"/>
              </a:buClr>
              <a:buSzPct val="25000"/>
              <a:buFont typeface="맑은 고딕"/>
              <a:buNone/>
              <a:defRPr/>
            </a:pPr>
            <a:r>
              <a:rPr 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❹</a:t>
            </a:r>
            <a:endParaRPr lang="ko-KR" altLang="en-US"/>
          </a:p>
        </p:txBody>
      </p:sp>
      <p:sp>
        <p:nvSpPr>
          <p:cNvPr id="291" name="가로 글상자 290"/>
          <p:cNvSpPr txBox="1"/>
          <p:nvPr/>
        </p:nvSpPr>
        <p:spPr>
          <a:xfrm>
            <a:off x="5184743" y="2804744"/>
            <a:ext cx="266700" cy="267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333F"/>
              </a:buClr>
              <a:buSzPct val="25000"/>
              <a:buFont typeface="맑은 고딕"/>
              <a:buNone/>
              <a:defRPr/>
            </a:pPr>
            <a:r>
              <a:rPr 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❺</a:t>
            </a:r>
            <a:endParaRPr lang="ko-KR" altLang="en-US"/>
          </a:p>
        </p:txBody>
      </p:sp>
      <p:sp>
        <p:nvSpPr>
          <p:cNvPr id="292" name="가로 글상자 291"/>
          <p:cNvSpPr txBox="1"/>
          <p:nvPr/>
        </p:nvSpPr>
        <p:spPr>
          <a:xfrm>
            <a:off x="5184743" y="3262391"/>
            <a:ext cx="266700" cy="267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333F"/>
              </a:buClr>
              <a:buSzPct val="25000"/>
              <a:buFont typeface="맑은 고딕"/>
              <a:buNone/>
              <a:defRPr/>
            </a:pPr>
            <a:r>
              <a:rPr 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❻</a:t>
            </a:r>
            <a:endParaRPr lang="ko-KR" altLang="en-US"/>
          </a:p>
        </p:txBody>
      </p:sp>
      <p:sp>
        <p:nvSpPr>
          <p:cNvPr id="293" name="가로 글상자 292"/>
          <p:cNvSpPr txBox="1"/>
          <p:nvPr/>
        </p:nvSpPr>
        <p:spPr>
          <a:xfrm>
            <a:off x="5184743" y="3726140"/>
            <a:ext cx="266700" cy="2724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333F"/>
              </a:buClr>
              <a:buSzPct val="25000"/>
              <a:buFont typeface="맑은 고딕"/>
              <a:buNone/>
              <a:defRPr/>
            </a:pPr>
            <a:r>
              <a:rPr 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❼</a:t>
            </a:r>
            <a:endParaRPr lang="ko-KR" altLang="en-US"/>
          </a:p>
        </p:txBody>
      </p:sp>
      <p:sp>
        <p:nvSpPr>
          <p:cNvPr id="295" name="가로 글상자 294"/>
          <p:cNvSpPr txBox="1"/>
          <p:nvPr/>
        </p:nvSpPr>
        <p:spPr>
          <a:xfrm>
            <a:off x="6984822" y="961951"/>
            <a:ext cx="266700" cy="2724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333F"/>
              </a:buClr>
              <a:buSzPct val="25000"/>
              <a:buFont typeface="맑은 고딕"/>
              <a:buNone/>
              <a:defRPr/>
            </a:pPr>
            <a:r>
              <a:rPr 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❸</a:t>
            </a:r>
            <a:endParaRPr lang="ko-KR" altLang="en-US"/>
          </a:p>
        </p:txBody>
      </p:sp>
      <p:sp>
        <p:nvSpPr>
          <p:cNvPr id="296" name="가로 글상자 296"/>
          <p:cNvSpPr txBox="1"/>
          <p:nvPr/>
        </p:nvSpPr>
        <p:spPr>
          <a:xfrm>
            <a:off x="5184743" y="4110563"/>
            <a:ext cx="266700" cy="2724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333F"/>
              </a:buClr>
              <a:buSzPct val="25000"/>
              <a:buFont typeface="맑은 고딕"/>
              <a:buNone/>
              <a:defRPr/>
            </a:pPr>
            <a:r>
              <a:rPr 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❽</a:t>
            </a:r>
            <a:endParaRPr lang="ko-KR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CD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7"/>
          <p:cNvSpPr/>
          <p:nvPr/>
        </p:nvSpPr>
        <p:spPr>
          <a:xfrm>
            <a:off x="0" y="0"/>
            <a:ext cx="2743835" cy="6858635"/>
          </a:xfrm>
          <a:prstGeom prst="rect">
            <a:avLst/>
          </a:prstGeom>
          <a:solidFill>
            <a:srgbClr val="0090D0"/>
          </a:solidFill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7"/>
          <p:cNvSpPr/>
          <p:nvPr/>
        </p:nvSpPr>
        <p:spPr>
          <a:xfrm>
            <a:off x="2743200" y="5137785"/>
            <a:ext cx="7163435" cy="172085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7"/>
          <p:cNvSpPr txBox="1"/>
          <p:nvPr/>
        </p:nvSpPr>
        <p:spPr>
          <a:xfrm>
            <a:off x="3020060" y="5298440"/>
            <a:ext cx="1005840" cy="33909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600" b="1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화면설명</a:t>
            </a:r>
            <a:endParaRPr sz="1600" b="1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262" name="Google Shape;262;p7"/>
          <p:cNvSpPr txBox="1"/>
          <p:nvPr/>
        </p:nvSpPr>
        <p:spPr>
          <a:xfrm>
            <a:off x="3020060" y="5673090"/>
            <a:ext cx="6688455" cy="100201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333F"/>
              </a:buClr>
              <a:buSzPct val="25000"/>
              <a:buFont typeface="맑은 고딕"/>
              <a:buNone/>
              <a:defRPr/>
            </a:pPr>
            <a:r>
              <a:rPr 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❶</a:t>
            </a:r>
            <a:r>
              <a:rPr lang="ko-KR" sz="1200" b="0" i="0">
                <a:solidFill>
                  <a:srgbClr val="31333F"/>
                </a:solidFill>
                <a:latin typeface="맑은 고딕"/>
                <a:ea typeface="맑은 고딕"/>
                <a:cs typeface="맑은 고딕"/>
                <a:sym typeface="맑은 고딕"/>
              </a:rPr>
              <a:t> 가입 완료 안내 및 수집 항목: 필수(활동량·수면)와 선택(체성분) 구분 표시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333F"/>
              </a:buClr>
              <a:buSzPct val="25000"/>
              <a:buFont typeface="맑은 고딕"/>
              <a:buNone/>
              <a:defRPr/>
            </a:pPr>
            <a:r>
              <a:rPr 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❷</a:t>
            </a:r>
            <a:r>
              <a:rPr lang="ko-KR" sz="1200" b="0" i="0">
                <a:solidFill>
                  <a:srgbClr val="31333F"/>
                </a:solidFill>
                <a:latin typeface="맑은 고딕"/>
                <a:ea typeface="맑은 고딕"/>
                <a:cs typeface="맑은 고딕"/>
                <a:sym typeface="맑은 고딕"/>
              </a:rPr>
              <a:t> 항목별 동의 체크박스: 필수·선택 항목에 대해 개별 동의를 받음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333F"/>
              </a:buClr>
              <a:buSzPct val="25000"/>
              <a:buFont typeface="맑은 고딕"/>
              <a:buNone/>
              <a:defRPr/>
            </a:pPr>
            <a:r>
              <a:rPr 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❸</a:t>
            </a:r>
            <a:r>
              <a:rPr lang="ko-KR" sz="1200" b="0" i="0">
                <a:solidFill>
                  <a:srgbClr val="31333F"/>
                </a:solidFill>
                <a:latin typeface="맑은 고딕"/>
                <a:ea typeface="맑은 고딕"/>
                <a:cs typeface="맑은 고딕"/>
                <a:sym typeface="맑은 고딕"/>
              </a:rPr>
              <a:t> 연동하기 버튼: Health Connect 권한 요청 창 호출 후 연동 상태 저장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333F"/>
              </a:buClr>
              <a:buSzPct val="25000"/>
              <a:buFont typeface="맑은 고딕"/>
              <a:buNone/>
              <a:defRPr/>
            </a:pPr>
            <a:r>
              <a:rPr 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❹</a:t>
            </a:r>
            <a:r>
              <a:rPr lang="ko-KR" sz="1200" b="0" i="0">
                <a:solidFill>
                  <a:srgbClr val="31333F"/>
                </a:solidFill>
                <a:latin typeface="맑은 고딕"/>
                <a:ea typeface="맑은 고딕"/>
                <a:cs typeface="맑은 고딕"/>
                <a:sym typeface="맑은 고딕"/>
              </a:rPr>
              <a:t> 건너뛰기: 연동 없이 홈으로 이동. 이후 설정(MAIN_SETTING_01)에서 연동 가능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333F"/>
              </a:buClr>
              <a:buSzPct val="25000"/>
              <a:buFont typeface="맑은 고딕"/>
              <a:buNone/>
              <a:defRPr/>
            </a:pPr>
            <a:endParaRPr lang="ko-KR" sz="1200" b="0" i="0">
              <a:solidFill>
                <a:srgbClr val="31333F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263" name="Google Shape;263;p7"/>
          <p:cNvSpPr/>
          <p:nvPr/>
        </p:nvSpPr>
        <p:spPr>
          <a:xfrm>
            <a:off x="0" y="-12700"/>
            <a:ext cx="2743835" cy="687705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4" name="Google Shape;264;p7"/>
          <p:cNvGrpSpPr/>
          <p:nvPr/>
        </p:nvGrpSpPr>
        <p:grpSpPr>
          <a:xfrm>
            <a:off x="285750" y="435610"/>
            <a:ext cx="2171700" cy="607695"/>
            <a:chOff x="285750" y="435610"/>
            <a:chExt cx="2171700" cy="607695"/>
          </a:xfrm>
        </p:grpSpPr>
        <p:sp>
          <p:nvSpPr>
            <p:cNvPr id="265" name="Google Shape;265;p7"/>
            <p:cNvSpPr txBox="1"/>
            <p:nvPr/>
          </p:nvSpPr>
          <p:spPr>
            <a:xfrm>
              <a:off x="285750" y="435610"/>
              <a:ext cx="873125" cy="33909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화면 ID 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" name="Google Shape;266;p7"/>
            <p:cNvSpPr txBox="1"/>
            <p:nvPr/>
          </p:nvSpPr>
          <p:spPr>
            <a:xfrm>
              <a:off x="285750" y="766445"/>
              <a:ext cx="2171700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MAIN_JOIN_0</a:t>
              </a:r>
              <a:r>
                <a:rPr lang="en-US" alt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</a:p>
          </p:txBody>
        </p:sp>
      </p:grpSp>
      <p:grpSp>
        <p:nvGrpSpPr>
          <p:cNvPr id="267" name="Google Shape;267;p7"/>
          <p:cNvGrpSpPr/>
          <p:nvPr/>
        </p:nvGrpSpPr>
        <p:grpSpPr>
          <a:xfrm>
            <a:off x="285750" y="1318260"/>
            <a:ext cx="2219960" cy="594340"/>
            <a:chOff x="285750" y="1318260"/>
            <a:chExt cx="2219960" cy="594340"/>
          </a:xfrm>
        </p:grpSpPr>
        <p:sp>
          <p:nvSpPr>
            <p:cNvPr id="268" name="Google Shape;268;p7"/>
            <p:cNvSpPr txBox="1"/>
            <p:nvPr/>
          </p:nvSpPr>
          <p:spPr>
            <a:xfrm>
              <a:off x="285750" y="1318260"/>
              <a:ext cx="1005840" cy="3384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화면이름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" name="Google Shape;269;p7"/>
            <p:cNvSpPr txBox="1"/>
            <p:nvPr/>
          </p:nvSpPr>
          <p:spPr>
            <a:xfrm>
              <a:off x="285750" y="1649730"/>
              <a:ext cx="2219960" cy="2628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웨어러블 연동 </a:t>
              </a:r>
              <a:r>
                <a:rPr lang="ko-KR" altLang="en-US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설정 화면</a:t>
              </a:r>
            </a:p>
          </p:txBody>
        </p:sp>
      </p:grpSp>
      <p:grpSp>
        <p:nvGrpSpPr>
          <p:cNvPr id="270" name="Google Shape;270;p7"/>
          <p:cNvGrpSpPr/>
          <p:nvPr/>
        </p:nvGrpSpPr>
        <p:grpSpPr>
          <a:xfrm>
            <a:off x="285750" y="2386330"/>
            <a:ext cx="2171700" cy="792480"/>
            <a:chOff x="285750" y="2386330"/>
            <a:chExt cx="2171700" cy="792480"/>
          </a:xfrm>
        </p:grpSpPr>
        <p:sp>
          <p:nvSpPr>
            <p:cNvPr id="271" name="Google Shape;271;p7"/>
            <p:cNvSpPr txBox="1"/>
            <p:nvPr/>
          </p:nvSpPr>
          <p:spPr>
            <a:xfrm>
              <a:off x="285750" y="2386330"/>
              <a:ext cx="1898650" cy="3384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관련 유스케이스 ID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" name="Google Shape;272;p7"/>
            <p:cNvSpPr txBox="1"/>
            <p:nvPr/>
          </p:nvSpPr>
          <p:spPr>
            <a:xfrm>
              <a:off x="285750" y="2717165"/>
              <a:ext cx="21717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MLCM_110</a:t>
              </a:r>
              <a:endParaRPr lang="en-US" altLang="ko-KR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Calibri"/>
                <a:buNone/>
                <a:defRPr/>
              </a:pP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3" name="Google Shape;273;p7"/>
          <p:cNvGrpSpPr/>
          <p:nvPr/>
        </p:nvGrpSpPr>
        <p:grpSpPr>
          <a:xfrm>
            <a:off x="285750" y="5814695"/>
            <a:ext cx="2171700" cy="607695"/>
            <a:chOff x="285750" y="5814695"/>
            <a:chExt cx="2171700" cy="607695"/>
          </a:xfrm>
        </p:grpSpPr>
        <p:sp>
          <p:nvSpPr>
            <p:cNvPr id="274" name="Google Shape;274;p7"/>
            <p:cNvSpPr txBox="1"/>
            <p:nvPr/>
          </p:nvSpPr>
          <p:spPr>
            <a:xfrm>
              <a:off x="285750" y="5814695"/>
              <a:ext cx="800735" cy="3384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작성자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" name="Google Shape;275;p7"/>
            <p:cNvSpPr txBox="1"/>
            <p:nvPr/>
          </p:nvSpPr>
          <p:spPr>
            <a:xfrm>
              <a:off x="285750" y="6145530"/>
              <a:ext cx="2171700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팀장 – 이응균 / 팀원 - 함은선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6" name="Google Shape;276;p7"/>
          <p:cNvGrpSpPr/>
          <p:nvPr/>
        </p:nvGrpSpPr>
        <p:grpSpPr>
          <a:xfrm>
            <a:off x="285750" y="3289935"/>
            <a:ext cx="2171700" cy="965815"/>
            <a:chOff x="285750" y="3289935"/>
            <a:chExt cx="2171700" cy="965815"/>
          </a:xfrm>
        </p:grpSpPr>
        <p:sp>
          <p:nvSpPr>
            <p:cNvPr id="277" name="Google Shape;277;p7"/>
            <p:cNvSpPr txBox="1"/>
            <p:nvPr/>
          </p:nvSpPr>
          <p:spPr>
            <a:xfrm>
              <a:off x="285750" y="3289935"/>
              <a:ext cx="1005840" cy="3384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화면개요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" name="Google Shape;278;p7"/>
            <p:cNvSpPr txBox="1"/>
            <p:nvPr/>
          </p:nvSpPr>
          <p:spPr>
            <a:xfrm>
              <a:off x="285750" y="3621405"/>
              <a:ext cx="2171700" cy="63434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altLang="en-US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회원가입 완료 후 스마트워치·체성분계 수집 항목에 동의하고 </a:t>
              </a: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altLang="en-US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Health Connect 연동 권한을 설정하는 화면</a:t>
              </a:r>
            </a:p>
          </p:txBody>
        </p:sp>
      </p:grpSp>
      <p:grpSp>
        <p:nvGrpSpPr>
          <p:cNvPr id="279" name="Google Shape;279;p7"/>
          <p:cNvGrpSpPr/>
          <p:nvPr/>
        </p:nvGrpSpPr>
        <p:grpSpPr>
          <a:xfrm>
            <a:off x="285750" y="4504055"/>
            <a:ext cx="2372360" cy="780415"/>
            <a:chOff x="285750" y="4504055"/>
            <a:chExt cx="2372360" cy="780415"/>
          </a:xfrm>
        </p:grpSpPr>
        <p:sp>
          <p:nvSpPr>
            <p:cNvPr id="280" name="Google Shape;280;p7"/>
            <p:cNvSpPr txBox="1"/>
            <p:nvPr/>
          </p:nvSpPr>
          <p:spPr>
            <a:xfrm>
              <a:off x="285750" y="4504055"/>
              <a:ext cx="1098550" cy="3384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메뉴경로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" name="Google Shape;281;p7"/>
            <p:cNvSpPr txBox="1"/>
            <p:nvPr/>
          </p:nvSpPr>
          <p:spPr>
            <a:xfrm>
              <a:off x="285750" y="4835525"/>
              <a:ext cx="2372360" cy="44894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로그인/약관동의/회원가입 정보 입력/웨어러블 연동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84" name="그림 28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135035" y="0"/>
            <a:ext cx="2379765" cy="5150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0108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CD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8"/>
          <p:cNvSpPr/>
          <p:nvPr/>
        </p:nvSpPr>
        <p:spPr>
          <a:xfrm>
            <a:off x="0" y="0"/>
            <a:ext cx="2743835" cy="6858635"/>
          </a:xfrm>
          <a:prstGeom prst="rect">
            <a:avLst/>
          </a:prstGeom>
          <a:solidFill>
            <a:srgbClr val="0090D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8"/>
          <p:cNvSpPr/>
          <p:nvPr/>
        </p:nvSpPr>
        <p:spPr>
          <a:xfrm>
            <a:off x="2743200" y="5172075"/>
            <a:ext cx="7163435" cy="16865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8"/>
          <p:cNvSpPr txBox="1"/>
          <p:nvPr/>
        </p:nvSpPr>
        <p:spPr>
          <a:xfrm>
            <a:off x="3020060" y="5412740"/>
            <a:ext cx="1005840" cy="33909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600" b="1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화면설명</a:t>
            </a:r>
            <a:endParaRPr sz="1600" b="1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290" name="Google Shape;290;p8"/>
          <p:cNvSpPr txBox="1"/>
          <p:nvPr/>
        </p:nvSpPr>
        <p:spPr>
          <a:xfrm>
            <a:off x="3020060" y="5781675"/>
            <a:ext cx="6688455" cy="8172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333F"/>
              </a:buClr>
              <a:buSzPct val="25000"/>
              <a:buFont typeface="맑은 고딕"/>
              <a:buNone/>
              <a:defRPr/>
            </a:pPr>
            <a:r>
              <a:rPr lang="ko-KR" sz="1200" b="0" i="0">
                <a:solidFill>
                  <a:srgbClr val="31333F"/>
                </a:solidFill>
                <a:latin typeface="맑은 고딕"/>
                <a:ea typeface="맑은 고딕"/>
                <a:cs typeface="맑은 고딕"/>
                <a:sym typeface="맑은 고딕"/>
              </a:rPr>
              <a:t>❶</a:t>
            </a:r>
            <a:r>
              <a:rPr lang="en-US" altLang="ko-KR" sz="1200" b="0" i="0">
                <a:solidFill>
                  <a:srgbClr val="31333F"/>
                </a:solidFill>
                <a:latin typeface="맑은 고딕"/>
                <a:ea typeface="맑은 고딕"/>
                <a:cs typeface="맑은 고딕"/>
                <a:sym typeface="맑은 고딕"/>
              </a:rPr>
              <a:t> [F] 따스한 공감형 : 감정 경청 및 따뜻한 위로 중심</a:t>
            </a:r>
            <a:r>
              <a:rPr lang="ko-KR" altLang="en-US" sz="1200" b="0" i="0">
                <a:solidFill>
                  <a:srgbClr val="31333F"/>
                </a:solidFill>
                <a:latin typeface="맑은 고딕"/>
                <a:ea typeface="맑은 고딕"/>
                <a:cs typeface="맑은 고딕"/>
                <a:sym typeface="맑은 고딕"/>
              </a:rPr>
              <a:t/>
            </a:r>
            <a:r>
              <a:rPr lang="en-US" altLang="ko-KR" sz="1200" b="0" i="0">
                <a:solidFill>
                  <a:srgbClr val="31333F"/>
                </a:solidFill>
                <a:latin typeface="맑은 고딕"/>
                <a:ea typeface="맑은 고딕"/>
                <a:cs typeface="맑은 고딕"/>
                <a:sym typeface="맑은 고딕"/>
              </a:rPr>
              <a:t/>
            </a:r>
            <a:r>
              <a:rPr lang="ko-KR" altLang="en-US" sz="1200" b="0" i="0">
                <a:solidFill>
                  <a:srgbClr val="31333F"/>
                </a:solidFill>
                <a:latin typeface="맑은 고딕"/>
                <a:ea typeface="맑은 고딕"/>
                <a:cs typeface="맑은 고딕"/>
                <a:sym typeface="맑은 고딕"/>
              </a:rPr>
              <a:t/>
            </a:r>
            <a:r>
              <a:rPr lang="ko-KR" sz="1200" b="0" i="0">
                <a:solidFill>
                  <a:srgbClr val="31333F"/>
                </a:solidFill>
                <a:latin typeface="맑은 고딕"/>
                <a:ea typeface="맑은 고딕"/>
                <a:cs typeface="맑은 고딕"/>
                <a:sym typeface="맑은 고딕"/>
              </a:rPr>
              <a:t/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333F"/>
              </a:buClr>
              <a:buSzPct val="25000"/>
              <a:buFont typeface="맑은 고딕"/>
              <a:buNone/>
              <a:defRPr/>
            </a:pPr>
            <a:r>
              <a:rPr 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❷</a:t>
            </a:r>
            <a:r>
              <a:rPr lang="ko-KR" sz="1200" b="0" i="0">
                <a:solidFill>
                  <a:srgbClr val="31333F"/>
                </a:solidFill>
                <a:latin typeface="맑은 고딕"/>
                <a:ea typeface="맑은 고딕"/>
                <a:cs typeface="맑은 고딕"/>
                <a:sym typeface="맑은 고딕"/>
              </a:rPr>
              <a:t> [T] 현실적인 조언형 : 객관적 상황 분석 및 문제 해결 중심</a:t>
            </a:r>
            <a:r>
              <a:rPr lang="ko-KR" altLang="en-US" sz="1200" b="0" i="0">
                <a:solidFill>
                  <a:srgbClr val="31333F"/>
                </a:solidFill>
                <a:latin typeface="맑은 고딕"/>
                <a:ea typeface="맑은 고딕"/>
                <a:cs typeface="맑은 고딕"/>
                <a:sym typeface="맑은 고딕"/>
              </a:rPr>
              <a:t/>
            </a:r>
            <a:r>
              <a:rPr lang="ko-KR" sz="1200" b="0" i="0">
                <a:solidFill>
                  <a:srgbClr val="31333F"/>
                </a:solidFill>
                <a:latin typeface="맑은 고딕"/>
                <a:ea typeface="맑은 고딕"/>
                <a:cs typeface="맑은 고딕"/>
                <a:sym typeface="맑은 고딕"/>
              </a:rPr>
              <a:t/>
            </a:r>
            <a:r>
              <a:rPr lang="ko-KR" altLang="en-US" sz="1200" b="0" i="0">
                <a:solidFill>
                  <a:srgbClr val="31333F"/>
                </a:solidFill>
                <a:latin typeface="맑은 고딕"/>
                <a:ea typeface="맑은 고딕"/>
                <a:cs typeface="맑은 고딕"/>
                <a:sym typeface="맑은 고딕"/>
              </a:rPr>
              <a:t/>
            </a:r>
            <a:r>
              <a:rPr lang="en-US" altLang="ko-KR" sz="1200" b="0" i="0">
                <a:solidFill>
                  <a:srgbClr val="31333F"/>
                </a:solidFill>
                <a:latin typeface="맑은 고딕"/>
                <a:ea typeface="맑은 고딕"/>
                <a:cs typeface="맑은 고딕"/>
                <a:sym typeface="맑은 고딕"/>
              </a:rPr>
              <a:t/>
            </a:r>
            <a:r>
              <a:rPr lang="ko-KR" sz="1200" b="0" i="0">
                <a:solidFill>
                  <a:srgbClr val="31333F"/>
                </a:solidFill>
                <a:latin typeface="맑은 고딕"/>
                <a:ea typeface="맑은 고딕"/>
                <a:cs typeface="맑은 고딕"/>
                <a:sym typeface="맑은 고딕"/>
              </a:rPr>
              <a:t/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333F"/>
              </a:buClr>
              <a:buSzPct val="25000"/>
              <a:buFont typeface="맑은 고딕"/>
              <a:buNone/>
              <a:defRPr/>
            </a:pPr>
            <a:r>
              <a:rPr 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❸</a:t>
            </a:r>
            <a:r>
              <a:rPr lang="ko-KR" sz="1200" b="0" i="0">
                <a:solidFill>
                  <a:srgbClr val="31333F"/>
                </a:solidFill>
                <a:latin typeface="맑은 고딕"/>
                <a:ea typeface="맑은 고딕"/>
                <a:cs typeface="맑은 고딕"/>
                <a:sym typeface="맑은 고딕"/>
              </a:rPr>
              <a:t> 대화 시작: 실시간 대화 화면(MAIN_CHAT_02)으로 이동</a:t>
            </a:r>
            <a:r>
              <a:rPr lang="ko-KR" altLang="en-US" sz="1200" b="0" i="0">
                <a:solidFill>
                  <a:srgbClr val="31333F"/>
                </a:solidFill>
                <a:latin typeface="맑은 고딕"/>
                <a:ea typeface="맑은 고딕"/>
                <a:cs typeface="맑은 고딕"/>
                <a:sym typeface="맑은 고딕"/>
              </a:rPr>
              <a:t/>
            </a:r>
            <a:r>
              <a:rPr lang="en-US" altLang="ko-KR" sz="1200" b="0" i="0">
                <a:solidFill>
                  <a:srgbClr val="31333F"/>
                </a:solidFill>
                <a:latin typeface="맑은 고딕"/>
                <a:ea typeface="맑은 고딕"/>
                <a:cs typeface="맑은 고딕"/>
                <a:sym typeface="맑은 고딕"/>
              </a:rPr>
              <a:t/>
            </a:r>
            <a:r>
              <a:rPr lang="ko-KR" altLang="en-US" sz="1200" b="0" i="0">
                <a:solidFill>
                  <a:srgbClr val="31333F"/>
                </a:solidFill>
                <a:latin typeface="맑은 고딕"/>
                <a:ea typeface="맑은 고딕"/>
                <a:cs typeface="맑은 고딕"/>
                <a:sym typeface="맑은 고딕"/>
              </a:rPr>
              <a:t/>
            </a:r>
            <a:r>
              <a:rPr lang="en-US" altLang="ko-KR" sz="1200" b="0" i="0">
                <a:solidFill>
                  <a:srgbClr val="31333F"/>
                </a:solidFill>
                <a:latin typeface="맑은 고딕"/>
                <a:ea typeface="맑은 고딕"/>
                <a:cs typeface="맑은 고딕"/>
                <a:sym typeface="맑은 고딕"/>
              </a:rPr>
              <a:t/>
            </a:r>
            <a:r>
              <a:rPr lang="ko-KR" sz="1200" b="0" i="0">
                <a:solidFill>
                  <a:srgbClr val="31333F"/>
                </a:solidFill>
                <a:latin typeface="맑은 고딕"/>
                <a:ea typeface="맑은 고딕"/>
                <a:cs typeface="맑은 고딕"/>
                <a:sym typeface="맑은 고딕"/>
              </a:rPr>
              <a:t/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333F"/>
              </a:buClr>
              <a:buSzPct val="25000"/>
              <a:buFont typeface="맑은 고딕"/>
              <a:buNone/>
              <a:defRPr/>
            </a:pPr>
            <a:r>
              <a:rPr 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❹</a:t>
            </a:r>
            <a:r>
              <a:rPr lang="ko-KR" sz="1200" b="0" i="0">
                <a:solidFill>
                  <a:srgbClr val="31333F"/>
                </a:solidFill>
                <a:latin typeface="맑은 고딕"/>
                <a:ea typeface="맑은 고딕"/>
                <a:cs typeface="맑은 고딕"/>
                <a:sym typeface="맑은 고딕"/>
              </a:rPr>
              <a:t> 최근 대화한 성격이 기본 표시되며 「최근 대화」 배지로 구분</a:t>
            </a:r>
            <a:endParaRPr sz="1200" b="0" i="0">
              <a:solidFill>
                <a:srgbClr val="31333F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291" name="Google Shape;291;p8"/>
          <p:cNvSpPr/>
          <p:nvPr/>
        </p:nvSpPr>
        <p:spPr>
          <a:xfrm>
            <a:off x="0" y="0"/>
            <a:ext cx="2743835" cy="6858635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2" name="Google Shape;292;p8"/>
          <p:cNvGrpSpPr/>
          <p:nvPr/>
        </p:nvGrpSpPr>
        <p:grpSpPr>
          <a:xfrm>
            <a:off x="285750" y="435610"/>
            <a:ext cx="2171700" cy="607695"/>
            <a:chOff x="285750" y="435610"/>
            <a:chExt cx="2171700" cy="607695"/>
          </a:xfrm>
        </p:grpSpPr>
        <p:sp>
          <p:nvSpPr>
            <p:cNvPr id="293" name="Google Shape;293;p8"/>
            <p:cNvSpPr txBox="1"/>
            <p:nvPr/>
          </p:nvSpPr>
          <p:spPr>
            <a:xfrm>
              <a:off x="285750" y="435610"/>
              <a:ext cx="873125" cy="3390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화면 ID 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" name="Google Shape;294;p8"/>
            <p:cNvSpPr txBox="1"/>
            <p:nvPr/>
          </p:nvSpPr>
          <p:spPr>
            <a:xfrm>
              <a:off x="285750" y="766445"/>
              <a:ext cx="2171700" cy="2768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Calibri"/>
                <a:buNone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MAIN_CHAT_01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5" name="Google Shape;295;p8"/>
          <p:cNvGrpSpPr/>
          <p:nvPr/>
        </p:nvGrpSpPr>
        <p:grpSpPr>
          <a:xfrm>
            <a:off x="285750" y="1318260"/>
            <a:ext cx="2171700" cy="608330"/>
            <a:chOff x="285750" y="1318260"/>
            <a:chExt cx="2171700" cy="608330"/>
          </a:xfrm>
        </p:grpSpPr>
        <p:sp>
          <p:nvSpPr>
            <p:cNvPr id="296" name="Google Shape;296;p8"/>
            <p:cNvSpPr txBox="1"/>
            <p:nvPr/>
          </p:nvSpPr>
          <p:spPr>
            <a:xfrm>
              <a:off x="285750" y="1318260"/>
              <a:ext cx="1005840" cy="3384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화면이름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" name="Google Shape;297;p8"/>
            <p:cNvSpPr txBox="1"/>
            <p:nvPr/>
          </p:nvSpPr>
          <p:spPr>
            <a:xfrm>
              <a:off x="285750" y="1649730"/>
              <a:ext cx="2171700" cy="2768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Calibri"/>
                <a:buNone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챗봇 성격 선택 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8" name="Google Shape;298;p8"/>
          <p:cNvGrpSpPr/>
          <p:nvPr/>
        </p:nvGrpSpPr>
        <p:grpSpPr>
          <a:xfrm>
            <a:off x="285750" y="2386330"/>
            <a:ext cx="2171700" cy="607695"/>
            <a:chOff x="285750" y="2386330"/>
            <a:chExt cx="2171700" cy="607695"/>
          </a:xfrm>
        </p:grpSpPr>
        <p:sp>
          <p:nvSpPr>
            <p:cNvPr id="299" name="Google Shape;299;p8"/>
            <p:cNvSpPr txBox="1"/>
            <p:nvPr/>
          </p:nvSpPr>
          <p:spPr>
            <a:xfrm>
              <a:off x="285750" y="2386330"/>
              <a:ext cx="1898650" cy="3384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관련 유스케이스 ID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" name="Google Shape;300;p8"/>
            <p:cNvSpPr txBox="1"/>
            <p:nvPr/>
          </p:nvSpPr>
          <p:spPr>
            <a:xfrm>
              <a:off x="285750" y="2717165"/>
              <a:ext cx="21717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Calibri"/>
                <a:buNone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MLCM_30</a:t>
              </a:r>
              <a:r>
                <a:rPr lang="en-US" alt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1" name="Google Shape;301;p8"/>
          <p:cNvGrpSpPr/>
          <p:nvPr/>
        </p:nvGrpSpPr>
        <p:grpSpPr>
          <a:xfrm>
            <a:off x="285750" y="5814695"/>
            <a:ext cx="2171700" cy="607695"/>
            <a:chOff x="285750" y="5814695"/>
            <a:chExt cx="2171700" cy="607695"/>
          </a:xfrm>
        </p:grpSpPr>
        <p:sp>
          <p:nvSpPr>
            <p:cNvPr id="302" name="Google Shape;302;p8"/>
            <p:cNvSpPr txBox="1"/>
            <p:nvPr/>
          </p:nvSpPr>
          <p:spPr>
            <a:xfrm>
              <a:off x="285750" y="5814695"/>
              <a:ext cx="800735" cy="3384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작성자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" name="Google Shape;303;p8"/>
            <p:cNvSpPr txBox="1"/>
            <p:nvPr/>
          </p:nvSpPr>
          <p:spPr>
            <a:xfrm>
              <a:off x="285750" y="6145530"/>
              <a:ext cx="2171700" cy="2768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Calibri"/>
                <a:buNone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팀장 – 이응균 / 팀원 - 함은선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4" name="Google Shape;304;p8"/>
          <p:cNvGrpSpPr/>
          <p:nvPr/>
        </p:nvGrpSpPr>
        <p:grpSpPr>
          <a:xfrm>
            <a:off x="285750" y="3289935"/>
            <a:ext cx="2314575" cy="608330"/>
            <a:chOff x="285750" y="3289935"/>
            <a:chExt cx="2314575" cy="608330"/>
          </a:xfrm>
        </p:grpSpPr>
        <p:sp>
          <p:nvSpPr>
            <p:cNvPr id="305" name="Google Shape;305;p8"/>
            <p:cNvSpPr txBox="1"/>
            <p:nvPr/>
          </p:nvSpPr>
          <p:spPr>
            <a:xfrm>
              <a:off x="285750" y="3289935"/>
              <a:ext cx="1005840" cy="3384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화면개요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" name="Google Shape;306;p8"/>
            <p:cNvSpPr txBox="1"/>
            <p:nvPr/>
          </p:nvSpPr>
          <p:spPr>
            <a:xfrm>
              <a:off x="285750" y="3621405"/>
              <a:ext cx="2314575" cy="2768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Calibri"/>
                <a:buNone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대화할 챗봇을 선택하는 화면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7" name="Google Shape;307;p8"/>
          <p:cNvGrpSpPr/>
          <p:nvPr/>
        </p:nvGrpSpPr>
        <p:grpSpPr>
          <a:xfrm>
            <a:off x="285750" y="4504055"/>
            <a:ext cx="2372360" cy="608330"/>
            <a:chOff x="285750" y="4504055"/>
            <a:chExt cx="2372360" cy="608330"/>
          </a:xfrm>
        </p:grpSpPr>
        <p:sp>
          <p:nvSpPr>
            <p:cNvPr id="308" name="Google Shape;308;p8"/>
            <p:cNvSpPr txBox="1"/>
            <p:nvPr/>
          </p:nvSpPr>
          <p:spPr>
            <a:xfrm>
              <a:off x="285750" y="4504055"/>
              <a:ext cx="1098550" cy="3384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메뉴경로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" name="Google Shape;309;p8"/>
            <p:cNvSpPr txBox="1"/>
            <p:nvPr/>
          </p:nvSpPr>
          <p:spPr>
            <a:xfrm>
              <a:off x="285750" y="4835525"/>
              <a:ext cx="2372360" cy="2768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Calibri"/>
                <a:buNone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홈/AI 챗봇/성격 선택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11" name="그림 310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135035" y="0"/>
            <a:ext cx="2379765" cy="5150055"/>
          </a:xfrm>
          <a:prstGeom prst="rect">
            <a:avLst/>
          </a:prstGeom>
        </p:spPr>
      </p:pic>
      <p:sp>
        <p:nvSpPr>
          <p:cNvPr id="313" name="가로 글상자 312"/>
          <p:cNvSpPr txBox="1"/>
          <p:nvPr/>
        </p:nvSpPr>
        <p:spPr>
          <a:xfrm>
            <a:off x="5269278" y="1525490"/>
            <a:ext cx="266700" cy="264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333F"/>
              </a:buClr>
              <a:buSzPct val="25000"/>
              <a:buFont typeface="맑은 고딕"/>
              <a:buNone/>
              <a:defRPr/>
            </a:pPr>
            <a:r>
              <a:rPr 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❶</a:t>
            </a:r>
            <a:endParaRPr lang="ko-KR" altLang="en-US"/>
          </a:p>
        </p:txBody>
      </p:sp>
      <p:sp>
        <p:nvSpPr>
          <p:cNvPr id="314" name="가로 글상자 313"/>
          <p:cNvSpPr txBox="1"/>
          <p:nvPr/>
        </p:nvSpPr>
        <p:spPr>
          <a:xfrm>
            <a:off x="6367631" y="1525490"/>
            <a:ext cx="266700" cy="2667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333F"/>
              </a:buClr>
              <a:buSzPct val="25000"/>
              <a:buFont typeface="맑은 고딕"/>
              <a:buNone/>
              <a:defRPr/>
            </a:pPr>
            <a:r>
              <a:rPr 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❷</a:t>
            </a:r>
            <a:endParaRPr lang="ko-KR" altLang="en-US"/>
          </a:p>
        </p:txBody>
      </p:sp>
      <p:sp>
        <p:nvSpPr>
          <p:cNvPr id="315" name="가로 글상자 314"/>
          <p:cNvSpPr txBox="1"/>
          <p:nvPr/>
        </p:nvSpPr>
        <p:spPr>
          <a:xfrm>
            <a:off x="5269278" y="4271372"/>
            <a:ext cx="266700" cy="2724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333F"/>
              </a:buClr>
              <a:buSzPct val="25000"/>
              <a:buFont typeface="맑은 고딕"/>
              <a:buNone/>
              <a:defRPr/>
            </a:pPr>
            <a:r>
              <a:rPr 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❸</a:t>
            </a:r>
            <a:endParaRPr lang="ko-KR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CD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9"/>
          <p:cNvSpPr/>
          <p:nvPr/>
        </p:nvSpPr>
        <p:spPr>
          <a:xfrm>
            <a:off x="0" y="0"/>
            <a:ext cx="2743835" cy="6858635"/>
          </a:xfrm>
          <a:prstGeom prst="rect">
            <a:avLst/>
          </a:prstGeom>
          <a:solidFill>
            <a:srgbClr val="0090D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9"/>
          <p:cNvSpPr/>
          <p:nvPr/>
        </p:nvSpPr>
        <p:spPr>
          <a:xfrm>
            <a:off x="2743200" y="5172075"/>
            <a:ext cx="7163435" cy="16865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9"/>
          <p:cNvSpPr txBox="1"/>
          <p:nvPr/>
        </p:nvSpPr>
        <p:spPr>
          <a:xfrm>
            <a:off x="3020060" y="5412740"/>
            <a:ext cx="1005840" cy="33909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600" b="1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화면설명</a:t>
            </a:r>
            <a:endParaRPr sz="1600" b="1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318" name="Google Shape;318;p9"/>
          <p:cNvSpPr txBox="1"/>
          <p:nvPr/>
        </p:nvSpPr>
        <p:spPr>
          <a:xfrm>
            <a:off x="3020060" y="5781675"/>
            <a:ext cx="6688455" cy="9982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333F"/>
              </a:buClr>
              <a:buSzPct val="25000"/>
              <a:buFont typeface="맑은 고딕"/>
              <a:buNone/>
              <a:defRPr/>
            </a:pPr>
            <a:r>
              <a:rPr 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❶</a:t>
            </a:r>
            <a:r>
              <a:rPr lang="ko-KR" sz="1200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 선택한 대화 상대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333F"/>
              </a:buClr>
              <a:buSzPct val="25000"/>
              <a:buFont typeface="맑은 고딕"/>
              <a:buNone/>
              <a:defRPr/>
            </a:pPr>
            <a:r>
              <a:rPr 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❷</a:t>
            </a:r>
            <a:r>
              <a:rPr lang="ko-KR" sz="1200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 대화 메시지 영역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333F"/>
              </a:buClr>
              <a:buSzPct val="25000"/>
              <a:buFont typeface="맑은 고딕"/>
              <a:buNone/>
              <a:defRPr/>
            </a:pPr>
            <a:r>
              <a:rPr 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❸</a:t>
            </a:r>
            <a:r>
              <a:rPr lang="ko-KR" sz="1200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 대화 글자 및 음성 입력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333F"/>
              </a:buClr>
              <a:buSzPct val="25000"/>
              <a:buFont typeface="맑은 고딕"/>
              <a:buNone/>
              <a:defRPr/>
            </a:pPr>
            <a:r>
              <a:rPr 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❹</a:t>
            </a:r>
            <a:r>
              <a:rPr lang="ko-KR" sz="1200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 대화 기록: 세션 목록 최근순 조회·상세·삭제</a:t>
            </a:r>
            <a:r>
              <a:rPr lang="ko-KR" sz="1200" b="0" i="0">
                <a:solidFill>
                  <a:srgbClr val="31333F"/>
                </a:solidFill>
                <a:latin typeface="맑은 고딕"/>
                <a:ea typeface="맑은 고딕"/>
              </a:rPr>
              <a:t/>
            </a:r>
            <a:r>
              <a:rPr lang="ko-KR" sz="1200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/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333F"/>
              </a:buClr>
              <a:buSzPct val="25000"/>
              <a:buFont typeface="맑은 고딕"/>
              <a:buNone/>
              <a:defRPr/>
            </a:pPr>
            <a:r>
              <a:rPr 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❺</a:t>
            </a:r>
            <a:r>
              <a:rPr lang="ko-KR" sz="1200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 대화종료: 홈 화면(MAIN_HOME_01)으로 이동</a:t>
            </a:r>
            <a:r>
              <a:rPr lang="ko-KR" sz="1200" b="0" i="0">
                <a:solidFill>
                  <a:srgbClr val="31333F"/>
                </a:solidFill>
                <a:latin typeface="맑은 고딕"/>
                <a:ea typeface="맑은 고딕"/>
              </a:rPr>
              <a:t/>
            </a:r>
            <a:r>
              <a:rPr lang="ko-KR" sz="1200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/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333F"/>
              </a:buClr>
              <a:buSzPct val="25000"/>
              <a:buFont typeface="맑은 고딕"/>
              <a:buNone/>
              <a:defRPr/>
            </a:pPr>
            <a:endParaRPr lang="ko-KR" sz="1200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319" name="Google Shape;319;p9"/>
          <p:cNvSpPr/>
          <p:nvPr/>
        </p:nvSpPr>
        <p:spPr>
          <a:xfrm>
            <a:off x="0" y="0"/>
            <a:ext cx="2743835" cy="6858635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0" name="Google Shape;320;p9"/>
          <p:cNvGrpSpPr/>
          <p:nvPr/>
        </p:nvGrpSpPr>
        <p:grpSpPr>
          <a:xfrm>
            <a:off x="285750" y="435610"/>
            <a:ext cx="2171700" cy="607695"/>
            <a:chOff x="285750" y="435610"/>
            <a:chExt cx="2171700" cy="607695"/>
          </a:xfrm>
        </p:grpSpPr>
        <p:sp>
          <p:nvSpPr>
            <p:cNvPr id="321" name="Google Shape;321;p9"/>
            <p:cNvSpPr txBox="1"/>
            <p:nvPr/>
          </p:nvSpPr>
          <p:spPr>
            <a:xfrm>
              <a:off x="285750" y="435610"/>
              <a:ext cx="873125" cy="3384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화면 ID 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" name="Google Shape;322;p9"/>
            <p:cNvSpPr txBox="1"/>
            <p:nvPr/>
          </p:nvSpPr>
          <p:spPr>
            <a:xfrm>
              <a:off x="285750" y="766445"/>
              <a:ext cx="2171700" cy="2768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Calibri"/>
                <a:buNone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MAIN_CHAT_02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3" name="Google Shape;323;p9"/>
          <p:cNvGrpSpPr/>
          <p:nvPr/>
        </p:nvGrpSpPr>
        <p:grpSpPr>
          <a:xfrm>
            <a:off x="285750" y="1318260"/>
            <a:ext cx="2171700" cy="784860"/>
            <a:chOff x="285750" y="1318260"/>
            <a:chExt cx="2171700" cy="784860"/>
          </a:xfrm>
        </p:grpSpPr>
        <p:sp>
          <p:nvSpPr>
            <p:cNvPr id="324" name="Google Shape;324;p9"/>
            <p:cNvSpPr txBox="1"/>
            <p:nvPr/>
          </p:nvSpPr>
          <p:spPr>
            <a:xfrm>
              <a:off x="285750" y="1318260"/>
              <a:ext cx="1005840" cy="3384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화면이름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" name="Google Shape;325;p9"/>
            <p:cNvSpPr txBox="1"/>
            <p:nvPr/>
          </p:nvSpPr>
          <p:spPr>
            <a:xfrm>
              <a:off x="285750" y="1649730"/>
              <a:ext cx="2171700" cy="4533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Calibri"/>
                <a:buNone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실시간 대화 및 대화기록 조회 화면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6" name="Google Shape;326;p9"/>
          <p:cNvGrpSpPr/>
          <p:nvPr/>
        </p:nvGrpSpPr>
        <p:grpSpPr>
          <a:xfrm>
            <a:off x="285750" y="2386330"/>
            <a:ext cx="2171700" cy="607695"/>
            <a:chOff x="285750" y="2386330"/>
            <a:chExt cx="2171700" cy="607695"/>
          </a:xfrm>
        </p:grpSpPr>
        <p:sp>
          <p:nvSpPr>
            <p:cNvPr id="327" name="Google Shape;327;p9"/>
            <p:cNvSpPr txBox="1"/>
            <p:nvPr/>
          </p:nvSpPr>
          <p:spPr>
            <a:xfrm>
              <a:off x="285750" y="2386330"/>
              <a:ext cx="1898650" cy="3384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관련 유스케이스 ID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" name="Google Shape;328;p9"/>
            <p:cNvSpPr txBox="1"/>
            <p:nvPr/>
          </p:nvSpPr>
          <p:spPr>
            <a:xfrm>
              <a:off x="285750" y="2717165"/>
              <a:ext cx="21717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Calibri"/>
                <a:buNone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MLCM_</a:t>
              </a:r>
              <a:r>
                <a:rPr lang="en-US" alt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310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9" name="Google Shape;329;p9"/>
          <p:cNvGrpSpPr/>
          <p:nvPr/>
        </p:nvGrpSpPr>
        <p:grpSpPr>
          <a:xfrm>
            <a:off x="285750" y="5814695"/>
            <a:ext cx="2171700" cy="607695"/>
            <a:chOff x="285750" y="5814695"/>
            <a:chExt cx="2171700" cy="607695"/>
          </a:xfrm>
        </p:grpSpPr>
        <p:sp>
          <p:nvSpPr>
            <p:cNvPr id="330" name="Google Shape;330;p9"/>
            <p:cNvSpPr txBox="1"/>
            <p:nvPr/>
          </p:nvSpPr>
          <p:spPr>
            <a:xfrm>
              <a:off x="285750" y="5814695"/>
              <a:ext cx="800735" cy="3384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작성자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" name="Google Shape;331;p9"/>
            <p:cNvSpPr txBox="1"/>
            <p:nvPr/>
          </p:nvSpPr>
          <p:spPr>
            <a:xfrm>
              <a:off x="285750" y="6145530"/>
              <a:ext cx="2171700" cy="2768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Calibri"/>
                <a:buNone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팀장 – 이응균 / 팀원 - 함은선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2" name="Google Shape;332;p9"/>
          <p:cNvGrpSpPr/>
          <p:nvPr/>
        </p:nvGrpSpPr>
        <p:grpSpPr>
          <a:xfrm>
            <a:off x="285750" y="3289935"/>
            <a:ext cx="2380615" cy="793115"/>
            <a:chOff x="285750" y="3289935"/>
            <a:chExt cx="2380615" cy="793115"/>
          </a:xfrm>
        </p:grpSpPr>
        <p:sp>
          <p:nvSpPr>
            <p:cNvPr id="333" name="Google Shape;333;p9"/>
            <p:cNvSpPr txBox="1"/>
            <p:nvPr/>
          </p:nvSpPr>
          <p:spPr>
            <a:xfrm>
              <a:off x="285750" y="3289935"/>
              <a:ext cx="1005840" cy="3384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화면개요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" name="Google Shape;334;p9"/>
            <p:cNvSpPr txBox="1"/>
            <p:nvPr/>
          </p:nvSpPr>
          <p:spPr>
            <a:xfrm>
              <a:off x="285750" y="3621405"/>
              <a:ext cx="2380615" cy="4616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Calibri"/>
                <a:buNone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실제 AI와 대화를 주고받는 메인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Calibri"/>
                <a:buNone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화면, 대화 기록 조회/삭제 가능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5" name="Google Shape;335;p9"/>
          <p:cNvGrpSpPr/>
          <p:nvPr/>
        </p:nvGrpSpPr>
        <p:grpSpPr>
          <a:xfrm>
            <a:off x="285750" y="4504055"/>
            <a:ext cx="2372360" cy="780415"/>
            <a:chOff x="285750" y="4504055"/>
            <a:chExt cx="2372360" cy="780415"/>
          </a:xfrm>
        </p:grpSpPr>
        <p:sp>
          <p:nvSpPr>
            <p:cNvPr id="336" name="Google Shape;336;p9"/>
            <p:cNvSpPr txBox="1"/>
            <p:nvPr/>
          </p:nvSpPr>
          <p:spPr>
            <a:xfrm>
              <a:off x="285750" y="4504055"/>
              <a:ext cx="1098550" cy="3384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메뉴경로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" name="Google Shape;337;p9"/>
            <p:cNvSpPr txBox="1"/>
            <p:nvPr/>
          </p:nvSpPr>
          <p:spPr>
            <a:xfrm>
              <a:off x="285750" y="4835525"/>
              <a:ext cx="2372360" cy="4489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Calibri"/>
                <a:buNone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홈/AI 챗봇/성격 선택/실시간 대화 및 대화 기록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8" name="Google Shape;338;p9"/>
          <p:cNvSpPr txBox="1"/>
          <p:nvPr/>
        </p:nvSpPr>
        <p:spPr>
          <a:xfrm>
            <a:off x="285750" y="3289935"/>
            <a:ext cx="1005840" cy="338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lang="ko-KR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sz="16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1" name="그림 340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135035" y="0"/>
            <a:ext cx="2379765" cy="5150055"/>
          </a:xfrm>
          <a:prstGeom prst="rect">
            <a:avLst/>
          </a:prstGeom>
        </p:spPr>
      </p:pic>
      <p:sp>
        <p:nvSpPr>
          <p:cNvPr id="342" name="가로 글상자 341"/>
          <p:cNvSpPr txBox="1"/>
          <p:nvPr/>
        </p:nvSpPr>
        <p:spPr>
          <a:xfrm>
            <a:off x="6366782" y="94189"/>
            <a:ext cx="266700" cy="264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333F"/>
              </a:buClr>
              <a:buSzPct val="25000"/>
              <a:buFont typeface="맑은 고딕"/>
              <a:buNone/>
              <a:defRPr/>
            </a:pPr>
            <a:r>
              <a:rPr 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❶</a:t>
            </a:r>
            <a:endParaRPr lang="ko-KR" altLang="en-US"/>
          </a:p>
        </p:txBody>
      </p:sp>
      <p:sp>
        <p:nvSpPr>
          <p:cNvPr id="343" name="가로 글상자 342"/>
          <p:cNvSpPr txBox="1"/>
          <p:nvPr/>
        </p:nvSpPr>
        <p:spPr>
          <a:xfrm>
            <a:off x="5279571" y="472757"/>
            <a:ext cx="266700" cy="2667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333F"/>
              </a:buClr>
              <a:buSzPct val="25000"/>
              <a:buFont typeface="맑은 고딕"/>
              <a:buNone/>
              <a:defRPr/>
            </a:pPr>
            <a:r>
              <a:rPr 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❷</a:t>
            </a:r>
            <a:endParaRPr lang="ko-KR" altLang="en-US"/>
          </a:p>
        </p:txBody>
      </p:sp>
      <p:sp>
        <p:nvSpPr>
          <p:cNvPr id="344" name="가로 글상자 343"/>
          <p:cNvSpPr txBox="1"/>
          <p:nvPr/>
        </p:nvSpPr>
        <p:spPr>
          <a:xfrm>
            <a:off x="5184743" y="4723810"/>
            <a:ext cx="266700" cy="2724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333F"/>
              </a:buClr>
              <a:buSzPct val="25000"/>
              <a:buFont typeface="맑은 고딕"/>
              <a:buNone/>
              <a:defRPr/>
            </a:pPr>
            <a:r>
              <a:rPr 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❸</a:t>
            </a:r>
            <a:endParaRPr lang="ko-KR" altLang="en-US"/>
          </a:p>
        </p:txBody>
      </p:sp>
      <p:sp>
        <p:nvSpPr>
          <p:cNvPr id="345" name="가로 글상자 344"/>
          <p:cNvSpPr txBox="1"/>
          <p:nvPr/>
        </p:nvSpPr>
        <p:spPr>
          <a:xfrm>
            <a:off x="5184743" y="1697238"/>
            <a:ext cx="266700" cy="267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333F"/>
              </a:buClr>
              <a:buSzPct val="25000"/>
              <a:buFont typeface="맑은 고딕"/>
              <a:buNone/>
              <a:defRPr/>
            </a:pPr>
            <a:r>
              <a:rPr 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❹</a:t>
            </a:r>
            <a:endParaRPr lang="ko-KR" altLang="en-US"/>
          </a:p>
        </p:txBody>
      </p:sp>
      <p:sp>
        <p:nvSpPr>
          <p:cNvPr id="346" name="가로 글상자 346"/>
          <p:cNvSpPr txBox="1"/>
          <p:nvPr/>
        </p:nvSpPr>
        <p:spPr>
          <a:xfrm>
            <a:off x="7137371" y="55810"/>
            <a:ext cx="266700" cy="267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333F"/>
              </a:buClr>
              <a:buSzPct val="25000"/>
              <a:buFont typeface="맑은 고딕"/>
              <a:buNone/>
              <a:defRPr/>
            </a:pPr>
            <a:r>
              <a:rPr lang="ko-KR" sz="1200" b="0" i="0">
                <a:solidFill>
                  <a:srgbClr val="31333F"/>
                </a:solidFill>
                <a:latin typeface="맑은 고딕"/>
                <a:cs typeface="맑은 고딕"/>
                <a:sym typeface="맑은 고딕"/>
              </a:rPr>
              <a:t>❺</a:t>
            </a:r>
            <a:endParaRPr lang="ko-KR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CD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0"/>
          <p:cNvSpPr/>
          <p:nvPr/>
        </p:nvSpPr>
        <p:spPr>
          <a:xfrm>
            <a:off x="0" y="0"/>
            <a:ext cx="2743835" cy="6858635"/>
          </a:xfrm>
          <a:prstGeom prst="rect">
            <a:avLst/>
          </a:prstGeom>
          <a:solidFill>
            <a:srgbClr val="0090D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0"/>
          <p:cNvSpPr/>
          <p:nvPr/>
        </p:nvSpPr>
        <p:spPr>
          <a:xfrm>
            <a:off x="2743200" y="5172075"/>
            <a:ext cx="7163435" cy="16865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0"/>
          <p:cNvSpPr txBox="1"/>
          <p:nvPr/>
        </p:nvSpPr>
        <p:spPr>
          <a:xfrm>
            <a:off x="3020060" y="5412740"/>
            <a:ext cx="1005840" cy="33909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600" b="1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화면설명</a:t>
            </a:r>
            <a:endParaRPr sz="1600" b="1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347" name="Google Shape;347;p10"/>
          <p:cNvSpPr txBox="1"/>
          <p:nvPr/>
        </p:nvSpPr>
        <p:spPr>
          <a:xfrm>
            <a:off x="3020060" y="5781675"/>
            <a:ext cx="6688455" cy="998219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200">
                <a:solidFill>
                  <a:schemeClr val="dk1"/>
                </a:solidFill>
                <a:latin typeface="맑은 고딕"/>
                <a:cs typeface="Calibri"/>
                <a:sym typeface="Calibri"/>
              </a:rPr>
              <a:t>❶</a:t>
            </a:r>
            <a:r>
              <a:rPr lang="ko-KR" sz="1200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 오늘의 마음 상태: 상태 안내 문구와 정서 점수 표시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200">
                <a:solidFill>
                  <a:schemeClr val="dk1"/>
                </a:solidFill>
                <a:latin typeface="맑은 고딕"/>
                <a:cs typeface="Calibri"/>
                <a:sym typeface="Calibri"/>
              </a:rPr>
              <a:t>❷</a:t>
            </a:r>
            <a:r>
              <a:rPr lang="ko-KR" sz="1200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 라이프로그 요약: 수면 시간, 걸음 수, HRV 스트레스 요약 지표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200">
                <a:solidFill>
                  <a:schemeClr val="dk1"/>
                </a:solidFill>
                <a:latin typeface="맑은 고딕"/>
                <a:cs typeface="Calibri"/>
                <a:sym typeface="Calibri"/>
              </a:rPr>
              <a:t>❸</a:t>
            </a:r>
            <a:r>
              <a:rPr lang="ko-KR" sz="1200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 AI 한줄 요약: LLM 기반 일일 감정 종합 리포트 및 반응 피드백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200">
                <a:solidFill>
                  <a:schemeClr val="dk1"/>
                </a:solidFill>
                <a:latin typeface="맑은 고딕"/>
                <a:cs typeface="Calibri"/>
                <a:sym typeface="Calibri"/>
              </a:rPr>
              <a:t>❹</a:t>
            </a:r>
            <a:r>
              <a:rPr lang="ko-KR" sz="1200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 추천 콘텐츠: 사용자 컨디션 맞춤형 영상(3-4-1), 음악(3-4-2), 운동(3-4-3)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200">
                <a:solidFill>
                  <a:schemeClr val="dk1"/>
                </a:solidFill>
                <a:latin typeface="맑은 고딕"/>
                <a:cs typeface="Calibri"/>
                <a:sym typeface="Calibri"/>
              </a:rPr>
              <a:t>❺</a:t>
            </a:r>
            <a:r>
              <a:rPr lang="ko-KR" sz="1200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 하단 네비게이션 바: [홈], [AI 챗봇], [라이프로그], [설정] 4개 고정 메뉴</a:t>
            </a:r>
            <a:endParaRPr sz="1200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348" name="Google Shape;348;p10"/>
          <p:cNvSpPr/>
          <p:nvPr/>
        </p:nvSpPr>
        <p:spPr>
          <a:xfrm>
            <a:off x="0" y="0"/>
            <a:ext cx="2743835" cy="6858635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9" name="Google Shape;349;p10"/>
          <p:cNvGrpSpPr/>
          <p:nvPr/>
        </p:nvGrpSpPr>
        <p:grpSpPr>
          <a:xfrm>
            <a:off x="285750" y="435610"/>
            <a:ext cx="2171700" cy="607695"/>
            <a:chOff x="285750" y="435610"/>
            <a:chExt cx="2171700" cy="607695"/>
          </a:xfrm>
        </p:grpSpPr>
        <p:sp>
          <p:nvSpPr>
            <p:cNvPr id="350" name="Google Shape;350;p10"/>
            <p:cNvSpPr txBox="1"/>
            <p:nvPr/>
          </p:nvSpPr>
          <p:spPr>
            <a:xfrm>
              <a:off x="285750" y="435610"/>
              <a:ext cx="873125" cy="3384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화면 ID 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" name="Google Shape;351;p10"/>
            <p:cNvSpPr txBox="1"/>
            <p:nvPr/>
          </p:nvSpPr>
          <p:spPr>
            <a:xfrm>
              <a:off x="285750" y="766445"/>
              <a:ext cx="2171700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MAIN_HOME_01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2" name="Google Shape;352;p10"/>
          <p:cNvGrpSpPr/>
          <p:nvPr/>
        </p:nvGrpSpPr>
        <p:grpSpPr>
          <a:xfrm>
            <a:off x="285750" y="1318260"/>
            <a:ext cx="2171700" cy="603885"/>
            <a:chOff x="285750" y="1318260"/>
            <a:chExt cx="2171700" cy="603885"/>
          </a:xfrm>
        </p:grpSpPr>
        <p:sp>
          <p:nvSpPr>
            <p:cNvPr id="353" name="Google Shape;353;p10"/>
            <p:cNvSpPr txBox="1"/>
            <p:nvPr/>
          </p:nvSpPr>
          <p:spPr>
            <a:xfrm>
              <a:off x="285750" y="1318260"/>
              <a:ext cx="1005840" cy="3384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화면이름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" name="Google Shape;354;p10"/>
            <p:cNvSpPr txBox="1"/>
            <p:nvPr/>
          </p:nvSpPr>
          <p:spPr>
            <a:xfrm>
              <a:off x="285750" y="1649730"/>
              <a:ext cx="2171700" cy="27241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메인 홈 대시보드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5" name="Google Shape;355;p10"/>
          <p:cNvGrpSpPr/>
          <p:nvPr/>
        </p:nvGrpSpPr>
        <p:grpSpPr>
          <a:xfrm>
            <a:off x="285750" y="2148205"/>
            <a:ext cx="2171700" cy="607695"/>
            <a:chOff x="285750" y="2386330"/>
            <a:chExt cx="2171700" cy="607695"/>
          </a:xfrm>
        </p:grpSpPr>
        <p:sp>
          <p:nvSpPr>
            <p:cNvPr id="356" name="Google Shape;356;p10"/>
            <p:cNvSpPr txBox="1"/>
            <p:nvPr/>
          </p:nvSpPr>
          <p:spPr>
            <a:xfrm>
              <a:off x="285750" y="2386330"/>
              <a:ext cx="1898650" cy="3384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관련 유스케이스 ID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" name="Google Shape;357;p10"/>
            <p:cNvSpPr txBox="1"/>
            <p:nvPr/>
          </p:nvSpPr>
          <p:spPr>
            <a:xfrm>
              <a:off x="285750" y="2717165"/>
              <a:ext cx="21717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MLCM_</a:t>
              </a:r>
              <a:r>
                <a:rPr lang="en-US" alt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400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8" name="Google Shape;358;p10"/>
          <p:cNvGrpSpPr/>
          <p:nvPr/>
        </p:nvGrpSpPr>
        <p:grpSpPr>
          <a:xfrm>
            <a:off x="285750" y="5814695"/>
            <a:ext cx="2171700" cy="607695"/>
            <a:chOff x="285750" y="5814695"/>
            <a:chExt cx="2171700" cy="607695"/>
          </a:xfrm>
        </p:grpSpPr>
        <p:sp>
          <p:nvSpPr>
            <p:cNvPr id="359" name="Google Shape;359;p10"/>
            <p:cNvSpPr txBox="1"/>
            <p:nvPr/>
          </p:nvSpPr>
          <p:spPr>
            <a:xfrm>
              <a:off x="285750" y="5814695"/>
              <a:ext cx="800735" cy="3384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작성자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" name="Google Shape;360;p10"/>
            <p:cNvSpPr txBox="1"/>
            <p:nvPr/>
          </p:nvSpPr>
          <p:spPr>
            <a:xfrm>
              <a:off x="285750" y="6145530"/>
              <a:ext cx="2171700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팀장 – 이응균 / 팀원 - 함은선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1" name="Google Shape;361;p10"/>
          <p:cNvSpPr txBox="1"/>
          <p:nvPr/>
        </p:nvSpPr>
        <p:spPr>
          <a:xfrm>
            <a:off x="285750" y="3316605"/>
            <a:ext cx="2380615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lang="ko-KR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하단 네비게이션 바 기반의 접근성을 확보하고, 감정 상태&amp;라이프로그요약&amp;AI피드백 및 콘텐츠 추천을 통합 제공하는 대시보드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62" name="Google Shape;362;p10"/>
          <p:cNvGrpSpPr/>
          <p:nvPr/>
        </p:nvGrpSpPr>
        <p:grpSpPr>
          <a:xfrm>
            <a:off x="285750" y="4504055"/>
            <a:ext cx="2372360" cy="599440"/>
            <a:chOff x="285750" y="4504055"/>
            <a:chExt cx="2372360" cy="599440"/>
          </a:xfrm>
        </p:grpSpPr>
        <p:sp>
          <p:nvSpPr>
            <p:cNvPr id="363" name="Google Shape;363;p10"/>
            <p:cNvSpPr txBox="1"/>
            <p:nvPr/>
          </p:nvSpPr>
          <p:spPr>
            <a:xfrm>
              <a:off x="285750" y="4504055"/>
              <a:ext cx="1098550" cy="3384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메뉴경로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" name="Google Shape;364;p10"/>
            <p:cNvSpPr txBox="1"/>
            <p:nvPr/>
          </p:nvSpPr>
          <p:spPr>
            <a:xfrm>
              <a:off x="285750" y="4835525"/>
              <a:ext cx="2372360" cy="2679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홈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5" name="Google Shape;365;p10"/>
          <p:cNvSpPr txBox="1"/>
          <p:nvPr/>
        </p:nvSpPr>
        <p:spPr>
          <a:xfrm>
            <a:off x="285750" y="2981960"/>
            <a:ext cx="1005840" cy="338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lang="ko-KR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화면개요</a:t>
            </a:r>
            <a:endParaRPr sz="16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8" name="그림 367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135035" y="0"/>
            <a:ext cx="2379765" cy="515005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CD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0"/>
          <p:cNvSpPr/>
          <p:nvPr/>
        </p:nvSpPr>
        <p:spPr>
          <a:xfrm>
            <a:off x="0" y="0"/>
            <a:ext cx="2743835" cy="6858635"/>
          </a:xfrm>
          <a:prstGeom prst="rect">
            <a:avLst/>
          </a:prstGeom>
          <a:solidFill>
            <a:srgbClr val="0090D0"/>
          </a:solidFill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  <a:defRPr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0"/>
          <p:cNvSpPr/>
          <p:nvPr/>
        </p:nvSpPr>
        <p:spPr>
          <a:xfrm>
            <a:off x="2743200" y="5172075"/>
            <a:ext cx="7163435" cy="16865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  <a:defRPr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0"/>
          <p:cNvSpPr txBox="1"/>
          <p:nvPr/>
        </p:nvSpPr>
        <p:spPr>
          <a:xfrm>
            <a:off x="3020060" y="5412740"/>
            <a:ext cx="1005840" cy="33909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600" b="1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화면설명</a:t>
            </a:r>
            <a:endParaRPr sz="1600" b="1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347" name="Google Shape;347;p10"/>
          <p:cNvSpPr txBox="1"/>
          <p:nvPr/>
        </p:nvSpPr>
        <p:spPr>
          <a:xfrm>
            <a:off x="3020060" y="5781675"/>
            <a:ext cx="6688455" cy="998219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200">
                <a:solidFill>
                  <a:schemeClr val="dk1"/>
                </a:solidFill>
                <a:latin typeface="맑은 고딕"/>
                <a:cs typeface="Calibri"/>
                <a:sym typeface="Calibri"/>
              </a:rPr>
              <a:t>❶</a:t>
            </a:r>
            <a:r>
              <a:rPr lang="ko-KR" sz="1200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 조회 기간 선택: 일·주·월 단위 전환 및 최종 동기화 시각 표시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200">
                <a:solidFill>
                  <a:schemeClr val="dk1"/>
                </a:solidFill>
                <a:latin typeface="맑은 고딕"/>
                <a:cs typeface="Calibri"/>
                <a:sym typeface="Calibri"/>
              </a:rPr>
              <a:t>❷</a:t>
            </a:r>
            <a:r>
              <a:rPr lang="ko-KR" sz="1200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 활동량 차트: 걸음 수·이동 거리·소모 칼로리 기간별 추이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200">
                <a:solidFill>
                  <a:schemeClr val="dk1"/>
                </a:solidFill>
                <a:latin typeface="맑은 고딕"/>
                <a:cs typeface="Calibri"/>
                <a:sym typeface="Calibri"/>
              </a:rPr>
              <a:t>❸</a:t>
            </a:r>
            <a:r>
              <a:rPr lang="ko-KR" sz="1200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 수면 차트: 단계별(깊은수면·얕은수면·REM·각성) 구성과 수면 효율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200">
                <a:solidFill>
                  <a:schemeClr val="dk1"/>
                </a:solidFill>
                <a:latin typeface="맑은 고딕"/>
                <a:cs typeface="Calibri"/>
                <a:sym typeface="Calibri"/>
              </a:rPr>
              <a:t>❹</a:t>
            </a:r>
            <a:r>
              <a:rPr lang="ko-KR" sz="1200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 생체 지표 차트: 심박수·심박변이도(HRV) 기간별 추이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200">
                <a:solidFill>
                  <a:schemeClr val="dk1"/>
                </a:solidFill>
                <a:latin typeface="맑은 고딕"/>
                <a:cs typeface="Calibri"/>
                <a:sym typeface="Calibri"/>
              </a:rPr>
              <a:t>❺</a:t>
            </a:r>
            <a:r>
              <a:rPr lang="ko-KR" sz="1200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 체성분 기록: 체중·체지방·근육량·기초대사량 측정 이력</a:t>
            </a:r>
            <a:endParaRPr sz="1200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348" name="Google Shape;348;p10"/>
          <p:cNvSpPr/>
          <p:nvPr/>
        </p:nvSpPr>
        <p:spPr>
          <a:xfrm>
            <a:off x="0" y="0"/>
            <a:ext cx="2743835" cy="6858635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  <a:defRPr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9" name="Google Shape;349;p10"/>
          <p:cNvGrpSpPr/>
          <p:nvPr/>
        </p:nvGrpSpPr>
        <p:grpSpPr>
          <a:xfrm>
            <a:off x="285750" y="435610"/>
            <a:ext cx="2171700" cy="607695"/>
            <a:chOff x="285750" y="435610"/>
            <a:chExt cx="2171700" cy="607695"/>
          </a:xfrm>
        </p:grpSpPr>
        <p:sp>
          <p:nvSpPr>
            <p:cNvPr id="350" name="Google Shape;350;p10"/>
            <p:cNvSpPr txBox="1"/>
            <p:nvPr/>
          </p:nvSpPr>
          <p:spPr>
            <a:xfrm>
              <a:off x="285750" y="435610"/>
              <a:ext cx="873125" cy="3384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화면 ID 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" name="Google Shape;351;p10"/>
            <p:cNvSpPr txBox="1"/>
            <p:nvPr/>
          </p:nvSpPr>
          <p:spPr>
            <a:xfrm>
              <a:off x="285750" y="766445"/>
              <a:ext cx="2171700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MAIN_</a:t>
              </a:r>
              <a:r>
                <a:rPr lang="en-US" alt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LIFELOG</a:t>
              </a: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_01</a:t>
              </a:r>
            </a:p>
          </p:txBody>
        </p:sp>
      </p:grpSp>
      <p:grpSp>
        <p:nvGrpSpPr>
          <p:cNvPr id="352" name="Google Shape;352;p10"/>
          <p:cNvGrpSpPr/>
          <p:nvPr/>
        </p:nvGrpSpPr>
        <p:grpSpPr>
          <a:xfrm>
            <a:off x="285750" y="1318260"/>
            <a:ext cx="2171700" cy="594340"/>
            <a:chOff x="285750" y="1318260"/>
            <a:chExt cx="2171700" cy="594340"/>
          </a:xfrm>
        </p:grpSpPr>
        <p:sp>
          <p:nvSpPr>
            <p:cNvPr id="353" name="Google Shape;353;p10"/>
            <p:cNvSpPr txBox="1"/>
            <p:nvPr/>
          </p:nvSpPr>
          <p:spPr>
            <a:xfrm>
              <a:off x="285750" y="1318260"/>
              <a:ext cx="1005840" cy="3384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화면이름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" name="Google Shape;354;p10"/>
            <p:cNvSpPr txBox="1"/>
            <p:nvPr/>
          </p:nvSpPr>
          <p:spPr>
            <a:xfrm>
              <a:off x="285750" y="1649730"/>
              <a:ext cx="2171700" cy="2628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altLang="en-US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라이프로그 기록 조회</a:t>
              </a:r>
            </a:p>
          </p:txBody>
        </p:sp>
      </p:grpSp>
      <p:grpSp>
        <p:nvGrpSpPr>
          <p:cNvPr id="355" name="Google Shape;355;p10"/>
          <p:cNvGrpSpPr/>
          <p:nvPr/>
        </p:nvGrpSpPr>
        <p:grpSpPr>
          <a:xfrm>
            <a:off x="285750" y="2148205"/>
            <a:ext cx="2171700" cy="607695"/>
            <a:chOff x="285750" y="2386330"/>
            <a:chExt cx="2171700" cy="607695"/>
          </a:xfrm>
        </p:grpSpPr>
        <p:sp>
          <p:nvSpPr>
            <p:cNvPr id="356" name="Google Shape;356;p10"/>
            <p:cNvSpPr txBox="1"/>
            <p:nvPr/>
          </p:nvSpPr>
          <p:spPr>
            <a:xfrm>
              <a:off x="285750" y="2386330"/>
              <a:ext cx="1898650" cy="3384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관련 유스케이스 ID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" name="Google Shape;357;p10"/>
            <p:cNvSpPr txBox="1"/>
            <p:nvPr/>
          </p:nvSpPr>
          <p:spPr>
            <a:xfrm>
              <a:off x="285750" y="2717165"/>
              <a:ext cx="21717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MLCM_</a:t>
              </a:r>
              <a:r>
                <a:rPr lang="en-US" alt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200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8" name="Google Shape;358;p10"/>
          <p:cNvGrpSpPr/>
          <p:nvPr/>
        </p:nvGrpSpPr>
        <p:grpSpPr>
          <a:xfrm>
            <a:off x="285750" y="5814695"/>
            <a:ext cx="2171700" cy="607695"/>
            <a:chOff x="285750" y="5814695"/>
            <a:chExt cx="2171700" cy="607695"/>
          </a:xfrm>
        </p:grpSpPr>
        <p:sp>
          <p:nvSpPr>
            <p:cNvPr id="359" name="Google Shape;359;p10"/>
            <p:cNvSpPr txBox="1"/>
            <p:nvPr/>
          </p:nvSpPr>
          <p:spPr>
            <a:xfrm>
              <a:off x="285750" y="5814695"/>
              <a:ext cx="800735" cy="3384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작성자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" name="Google Shape;360;p10"/>
            <p:cNvSpPr txBox="1"/>
            <p:nvPr/>
          </p:nvSpPr>
          <p:spPr>
            <a:xfrm>
              <a:off x="285750" y="6145530"/>
              <a:ext cx="2171700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팀장 – 이응균 / 팀원 - 함은선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1" name="Google Shape;361;p10"/>
          <p:cNvSpPr txBox="1"/>
          <p:nvPr/>
        </p:nvSpPr>
        <p:spPr>
          <a:xfrm>
            <a:off x="285750" y="3316605"/>
            <a:ext cx="2380615" cy="44384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  <a:defRPr/>
            </a:pPr>
            <a:r>
              <a:rPr lang="ko-KR" alt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수집된 라이프로그를 기간별로 조회하는 화면. 활동량·수면·생체 지표·체성분을 차트로 확인</a:t>
            </a:r>
          </a:p>
        </p:txBody>
      </p:sp>
      <p:grpSp>
        <p:nvGrpSpPr>
          <p:cNvPr id="362" name="Google Shape;362;p10"/>
          <p:cNvGrpSpPr/>
          <p:nvPr/>
        </p:nvGrpSpPr>
        <p:grpSpPr>
          <a:xfrm>
            <a:off x="285750" y="4504055"/>
            <a:ext cx="2372360" cy="599440"/>
            <a:chOff x="285750" y="4504055"/>
            <a:chExt cx="2372360" cy="599440"/>
          </a:xfrm>
        </p:grpSpPr>
        <p:sp>
          <p:nvSpPr>
            <p:cNvPr id="363" name="Google Shape;363;p10"/>
            <p:cNvSpPr txBox="1"/>
            <p:nvPr/>
          </p:nvSpPr>
          <p:spPr>
            <a:xfrm>
              <a:off x="285750" y="4504055"/>
              <a:ext cx="1098550" cy="3384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메뉴경로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" name="Google Shape;364;p10"/>
            <p:cNvSpPr txBox="1"/>
            <p:nvPr/>
          </p:nvSpPr>
          <p:spPr>
            <a:xfrm>
              <a:off x="285750" y="4835525"/>
              <a:ext cx="2372360" cy="2679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라이프로그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5" name="Google Shape;365;p10"/>
          <p:cNvSpPr txBox="1"/>
          <p:nvPr/>
        </p:nvSpPr>
        <p:spPr>
          <a:xfrm>
            <a:off x="285750" y="2981960"/>
            <a:ext cx="1005840" cy="33845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  <a:defRPr/>
            </a:pPr>
            <a:r>
              <a:rPr lang="ko-KR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화면개요</a:t>
            </a:r>
            <a:endParaRPr sz="16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9" name="그림 36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135035" y="0"/>
            <a:ext cx="2379765" cy="5150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3816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CD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0"/>
          <p:cNvSpPr/>
          <p:nvPr/>
        </p:nvSpPr>
        <p:spPr>
          <a:xfrm>
            <a:off x="0" y="0"/>
            <a:ext cx="2743835" cy="6858635"/>
          </a:xfrm>
          <a:prstGeom prst="rect">
            <a:avLst/>
          </a:prstGeom>
          <a:solidFill>
            <a:srgbClr val="0090D0"/>
          </a:solidFill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  <a:defRPr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0"/>
          <p:cNvSpPr/>
          <p:nvPr/>
        </p:nvSpPr>
        <p:spPr>
          <a:xfrm>
            <a:off x="2743200" y="5172075"/>
            <a:ext cx="7163435" cy="16865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  <a:defRPr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0"/>
          <p:cNvSpPr txBox="1"/>
          <p:nvPr/>
        </p:nvSpPr>
        <p:spPr>
          <a:xfrm>
            <a:off x="3020060" y="5412740"/>
            <a:ext cx="1005840" cy="33909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600" b="1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화면설명</a:t>
            </a:r>
            <a:endParaRPr sz="1600" b="1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347" name="Google Shape;347;p10"/>
          <p:cNvSpPr txBox="1"/>
          <p:nvPr/>
        </p:nvSpPr>
        <p:spPr>
          <a:xfrm>
            <a:off x="3020060" y="5781675"/>
            <a:ext cx="6688455" cy="998219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200">
                <a:solidFill>
                  <a:schemeClr val="dk1"/>
                </a:solidFill>
                <a:latin typeface="맑은 고딕"/>
                <a:cs typeface="Calibri"/>
                <a:sym typeface="Calibri"/>
              </a:rPr>
              <a:t>❶</a:t>
            </a:r>
            <a:r>
              <a:rPr lang="ko-KR" sz="1200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 웨어러블 연동: 기기명·연동 여부, 항목별 동의 개별 토글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200">
                <a:solidFill>
                  <a:schemeClr val="dk1"/>
                </a:solidFill>
                <a:latin typeface="맑은 고딕"/>
                <a:cs typeface="Calibri"/>
                <a:sym typeface="Calibri"/>
              </a:rPr>
              <a:t>❷</a:t>
            </a:r>
            <a:r>
              <a:rPr lang="ko-KR" sz="1200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 알림 설정: 맞춤 케어 알림 수신 토글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200">
                <a:solidFill>
                  <a:schemeClr val="dk1"/>
                </a:solidFill>
                <a:latin typeface="맑은 고딕"/>
                <a:cs typeface="Calibri"/>
                <a:sym typeface="Calibri"/>
              </a:rPr>
              <a:t>❸</a:t>
            </a:r>
            <a:r>
              <a:rPr lang="ko-KR" sz="1200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 계정 관리: 계정 관리·회원 탈퇴 화면(MAIN_SETTING_02) 이동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200">
                <a:solidFill>
                  <a:schemeClr val="dk1"/>
                </a:solidFill>
                <a:latin typeface="맑은 고딕"/>
                <a:cs typeface="Calibri"/>
                <a:sym typeface="Calibri"/>
              </a:rPr>
              <a:t>❹</a:t>
            </a:r>
            <a:r>
              <a:rPr lang="ko-KR" sz="1200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 로그아웃: 세션 무효화 후 로그인 화면(MAIN_LOGIN_01) 복귀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200">
                <a:solidFill>
                  <a:schemeClr val="dk1"/>
                </a:solidFill>
                <a:latin typeface="맑은 고딕"/>
                <a:cs typeface="Calibri"/>
                <a:sym typeface="Calibri"/>
              </a:rPr>
              <a:t/>
            </a:r>
            <a:r>
              <a:rPr lang="ko-KR" sz="1200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/>
            </a:r>
            <a:endParaRPr sz="1200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348" name="Google Shape;348;p10"/>
          <p:cNvSpPr/>
          <p:nvPr/>
        </p:nvSpPr>
        <p:spPr>
          <a:xfrm>
            <a:off x="0" y="0"/>
            <a:ext cx="2743835" cy="6858635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  <a:defRPr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9" name="Google Shape;349;p10"/>
          <p:cNvGrpSpPr/>
          <p:nvPr/>
        </p:nvGrpSpPr>
        <p:grpSpPr>
          <a:xfrm>
            <a:off x="285750" y="435610"/>
            <a:ext cx="2171700" cy="607695"/>
            <a:chOff x="285750" y="435610"/>
            <a:chExt cx="2171700" cy="607695"/>
          </a:xfrm>
        </p:grpSpPr>
        <p:sp>
          <p:nvSpPr>
            <p:cNvPr id="350" name="Google Shape;350;p10"/>
            <p:cNvSpPr txBox="1"/>
            <p:nvPr/>
          </p:nvSpPr>
          <p:spPr>
            <a:xfrm>
              <a:off x="285750" y="435610"/>
              <a:ext cx="873125" cy="3384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화면 ID 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" name="Google Shape;351;p10"/>
            <p:cNvSpPr txBox="1"/>
            <p:nvPr/>
          </p:nvSpPr>
          <p:spPr>
            <a:xfrm>
              <a:off x="285750" y="766445"/>
              <a:ext cx="2171700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MAIN_</a:t>
              </a:r>
              <a:r>
                <a:rPr lang="en-US" alt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SETTING</a:t>
              </a: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_01</a:t>
              </a:r>
            </a:p>
          </p:txBody>
        </p:sp>
      </p:grpSp>
      <p:grpSp>
        <p:nvGrpSpPr>
          <p:cNvPr id="352" name="Google Shape;352;p10"/>
          <p:cNvGrpSpPr/>
          <p:nvPr/>
        </p:nvGrpSpPr>
        <p:grpSpPr>
          <a:xfrm>
            <a:off x="285750" y="1318260"/>
            <a:ext cx="2171700" cy="594340"/>
            <a:chOff x="285750" y="1318260"/>
            <a:chExt cx="2171700" cy="594340"/>
          </a:xfrm>
        </p:grpSpPr>
        <p:sp>
          <p:nvSpPr>
            <p:cNvPr id="353" name="Google Shape;353;p10"/>
            <p:cNvSpPr txBox="1"/>
            <p:nvPr/>
          </p:nvSpPr>
          <p:spPr>
            <a:xfrm>
              <a:off x="285750" y="1318260"/>
              <a:ext cx="1005840" cy="3384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화면이름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" name="Google Shape;354;p10"/>
            <p:cNvSpPr txBox="1"/>
            <p:nvPr/>
          </p:nvSpPr>
          <p:spPr>
            <a:xfrm>
              <a:off x="285750" y="1649730"/>
              <a:ext cx="2171700" cy="2628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altLang="en-US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설정</a:t>
              </a:r>
            </a:p>
          </p:txBody>
        </p:sp>
      </p:grpSp>
      <p:grpSp>
        <p:nvGrpSpPr>
          <p:cNvPr id="355" name="Google Shape;355;p10"/>
          <p:cNvGrpSpPr/>
          <p:nvPr/>
        </p:nvGrpSpPr>
        <p:grpSpPr>
          <a:xfrm>
            <a:off x="285750" y="2148205"/>
            <a:ext cx="2171700" cy="607695"/>
            <a:chOff x="285750" y="2386330"/>
            <a:chExt cx="2171700" cy="607695"/>
          </a:xfrm>
        </p:grpSpPr>
        <p:sp>
          <p:nvSpPr>
            <p:cNvPr id="356" name="Google Shape;356;p10"/>
            <p:cNvSpPr txBox="1"/>
            <p:nvPr/>
          </p:nvSpPr>
          <p:spPr>
            <a:xfrm>
              <a:off x="285750" y="2386330"/>
              <a:ext cx="1898650" cy="3384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관련 유스케이스 ID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" name="Google Shape;357;p10"/>
            <p:cNvSpPr txBox="1"/>
            <p:nvPr/>
          </p:nvSpPr>
          <p:spPr>
            <a:xfrm>
              <a:off x="285750" y="2717165"/>
              <a:ext cx="21717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MLCM_</a:t>
              </a:r>
              <a:r>
                <a:rPr lang="en-US" alt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110 / MLCM_101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8" name="Google Shape;358;p10"/>
          <p:cNvGrpSpPr/>
          <p:nvPr/>
        </p:nvGrpSpPr>
        <p:grpSpPr>
          <a:xfrm>
            <a:off x="285750" y="5814695"/>
            <a:ext cx="2171700" cy="607695"/>
            <a:chOff x="285750" y="5814695"/>
            <a:chExt cx="2171700" cy="607695"/>
          </a:xfrm>
        </p:grpSpPr>
        <p:sp>
          <p:nvSpPr>
            <p:cNvPr id="359" name="Google Shape;359;p10"/>
            <p:cNvSpPr txBox="1"/>
            <p:nvPr/>
          </p:nvSpPr>
          <p:spPr>
            <a:xfrm>
              <a:off x="285750" y="5814695"/>
              <a:ext cx="800735" cy="3384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작성자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" name="Google Shape;360;p10"/>
            <p:cNvSpPr txBox="1"/>
            <p:nvPr/>
          </p:nvSpPr>
          <p:spPr>
            <a:xfrm>
              <a:off x="285750" y="6145530"/>
              <a:ext cx="2171700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팀장 – 이응균 / 팀원 - 함은선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1" name="Google Shape;361;p10"/>
          <p:cNvSpPr txBox="1"/>
          <p:nvPr/>
        </p:nvSpPr>
        <p:spPr>
          <a:xfrm>
            <a:off x="285750" y="3316605"/>
            <a:ext cx="2380615" cy="63434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  <a:defRPr/>
            </a:pPr>
            <a:endParaRPr lang="ko-KR" altLang="en-US"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  <a:defRPr/>
            </a:pPr>
            <a:r>
              <a:rPr lang="ko-KR" alt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웨어러블 연동과 항목별 수집 동의, 알림을 설정하고 계정 기능으로 진입하는 화면</a:t>
            </a:r>
          </a:p>
        </p:txBody>
      </p:sp>
      <p:grpSp>
        <p:nvGrpSpPr>
          <p:cNvPr id="362" name="Google Shape;362;p10"/>
          <p:cNvGrpSpPr/>
          <p:nvPr/>
        </p:nvGrpSpPr>
        <p:grpSpPr>
          <a:xfrm>
            <a:off x="285750" y="4504055"/>
            <a:ext cx="2372360" cy="599440"/>
            <a:chOff x="285750" y="4504055"/>
            <a:chExt cx="2372360" cy="599440"/>
          </a:xfrm>
        </p:grpSpPr>
        <p:sp>
          <p:nvSpPr>
            <p:cNvPr id="363" name="Google Shape;363;p10"/>
            <p:cNvSpPr txBox="1"/>
            <p:nvPr/>
          </p:nvSpPr>
          <p:spPr>
            <a:xfrm>
              <a:off x="285750" y="4504055"/>
              <a:ext cx="1098550" cy="3384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메뉴경로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" name="Google Shape;364;p10"/>
            <p:cNvSpPr txBox="1"/>
            <p:nvPr/>
          </p:nvSpPr>
          <p:spPr>
            <a:xfrm>
              <a:off x="285750" y="4835525"/>
              <a:ext cx="2372360" cy="2679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설정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5" name="Google Shape;365;p10"/>
          <p:cNvSpPr txBox="1"/>
          <p:nvPr/>
        </p:nvSpPr>
        <p:spPr>
          <a:xfrm>
            <a:off x="285750" y="2981960"/>
            <a:ext cx="1005840" cy="33845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  <a:defRPr/>
            </a:pPr>
            <a:r>
              <a:rPr lang="ko-KR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화면개요</a:t>
            </a:r>
            <a:endParaRPr sz="16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0" name="그림 369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135035" y="0"/>
            <a:ext cx="2379765" cy="5150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2048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CD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0"/>
          <p:cNvSpPr/>
          <p:nvPr/>
        </p:nvSpPr>
        <p:spPr>
          <a:xfrm>
            <a:off x="0" y="0"/>
            <a:ext cx="2743835" cy="6858635"/>
          </a:xfrm>
          <a:prstGeom prst="rect">
            <a:avLst/>
          </a:prstGeom>
          <a:solidFill>
            <a:srgbClr val="0090D0"/>
          </a:solidFill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  <a:defRPr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0"/>
          <p:cNvSpPr/>
          <p:nvPr/>
        </p:nvSpPr>
        <p:spPr>
          <a:xfrm>
            <a:off x="2743200" y="5172075"/>
            <a:ext cx="7163435" cy="16865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  <a:defRPr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0"/>
          <p:cNvSpPr txBox="1"/>
          <p:nvPr/>
        </p:nvSpPr>
        <p:spPr>
          <a:xfrm>
            <a:off x="3020060" y="5412740"/>
            <a:ext cx="1005840" cy="33909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600" b="1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화면설명</a:t>
            </a:r>
            <a:endParaRPr sz="1600" b="1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347" name="Google Shape;347;p10"/>
          <p:cNvSpPr txBox="1"/>
          <p:nvPr/>
        </p:nvSpPr>
        <p:spPr>
          <a:xfrm>
            <a:off x="3020060" y="5781675"/>
            <a:ext cx="6688455" cy="998219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200">
                <a:solidFill>
                  <a:schemeClr val="dk1"/>
                </a:solidFill>
                <a:latin typeface="맑은 고딕"/>
                <a:cs typeface="Calibri"/>
                <a:sym typeface="Calibri"/>
              </a:rPr>
              <a:t>❶</a:t>
            </a:r>
            <a:r>
              <a:rPr lang="ko-KR" sz="1200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 이메일 입력창: 가입 시 사용한 이메일 입력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200">
                <a:solidFill>
                  <a:schemeClr val="dk1"/>
                </a:solidFill>
                <a:latin typeface="맑은 고딕"/>
                <a:cs typeface="Calibri"/>
                <a:sym typeface="Calibri"/>
              </a:rPr>
              <a:t>❷</a:t>
            </a:r>
            <a:r>
              <a:rPr lang="ko-KR" sz="1200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 인증 메일 발송: 재설정 링크·인증 코드 발송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200">
                <a:solidFill>
                  <a:schemeClr val="dk1"/>
                </a:solidFill>
                <a:latin typeface="맑은 고딕"/>
                <a:cs typeface="Calibri"/>
                <a:sym typeface="Calibri"/>
              </a:rPr>
              <a:t>❸</a:t>
            </a:r>
            <a:r>
              <a:rPr lang="ko-KR" sz="1200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 발송 안내: 미가입 이메일도 동일 문구, 실제 미발송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200">
                <a:solidFill>
                  <a:schemeClr val="dk1"/>
                </a:solidFill>
                <a:latin typeface="맑은 고딕"/>
                <a:cs typeface="Calibri"/>
                <a:sym typeface="Calibri"/>
              </a:rPr>
              <a:t>❹</a:t>
            </a:r>
            <a:r>
              <a:rPr lang="ko-KR" sz="1200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 새 비밀번호 입력창: 새 비밀번호·확인 입력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200">
                <a:solidFill>
                  <a:schemeClr val="dk1"/>
                </a:solidFill>
                <a:latin typeface="맑은 고딕"/>
                <a:cs typeface="Calibri"/>
                <a:sym typeface="Calibri"/>
              </a:rPr>
              <a:t>❺</a:t>
            </a:r>
            <a:r>
              <a:rPr lang="ko-KR" sz="1200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 재설정 완료: 비밀번호 갱신 후 MAIN_LOGIN_01 이동</a:t>
            </a:r>
            <a:endParaRPr sz="1200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348" name="Google Shape;348;p10"/>
          <p:cNvSpPr/>
          <p:nvPr/>
        </p:nvSpPr>
        <p:spPr>
          <a:xfrm>
            <a:off x="0" y="0"/>
            <a:ext cx="2743835" cy="6858635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  <a:defRPr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9" name="Google Shape;349;p10"/>
          <p:cNvGrpSpPr/>
          <p:nvPr/>
        </p:nvGrpSpPr>
        <p:grpSpPr>
          <a:xfrm>
            <a:off x="285750" y="435610"/>
            <a:ext cx="2171700" cy="607695"/>
            <a:chOff x="285750" y="435610"/>
            <a:chExt cx="2171700" cy="607695"/>
          </a:xfrm>
        </p:grpSpPr>
        <p:sp>
          <p:nvSpPr>
            <p:cNvPr id="350" name="Google Shape;350;p10"/>
            <p:cNvSpPr txBox="1"/>
            <p:nvPr/>
          </p:nvSpPr>
          <p:spPr>
            <a:xfrm>
              <a:off x="285750" y="435610"/>
              <a:ext cx="873125" cy="3384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화면 ID 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" name="Google Shape;351;p10"/>
            <p:cNvSpPr txBox="1"/>
            <p:nvPr/>
          </p:nvSpPr>
          <p:spPr>
            <a:xfrm>
              <a:off x="285750" y="766445"/>
              <a:ext cx="2171700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MAIN_LOGIN_02</a:t>
              </a:r>
              <a:r>
                <a:rPr lang="en-US" alt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/>
              </a: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/>
              </a:r>
            </a:p>
          </p:txBody>
        </p:sp>
      </p:grpSp>
      <p:grpSp>
        <p:nvGrpSpPr>
          <p:cNvPr id="352" name="Google Shape;352;p10"/>
          <p:cNvGrpSpPr/>
          <p:nvPr/>
        </p:nvGrpSpPr>
        <p:grpSpPr>
          <a:xfrm>
            <a:off x="285750" y="1318260"/>
            <a:ext cx="2171700" cy="594340"/>
            <a:chOff x="285750" y="1318260"/>
            <a:chExt cx="2171700" cy="594340"/>
          </a:xfrm>
        </p:grpSpPr>
        <p:sp>
          <p:nvSpPr>
            <p:cNvPr id="353" name="Google Shape;353;p10"/>
            <p:cNvSpPr txBox="1"/>
            <p:nvPr/>
          </p:nvSpPr>
          <p:spPr>
            <a:xfrm>
              <a:off x="285750" y="1318260"/>
              <a:ext cx="1005840" cy="3384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화면이름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" name="Google Shape;354;p10"/>
            <p:cNvSpPr txBox="1"/>
            <p:nvPr/>
          </p:nvSpPr>
          <p:spPr>
            <a:xfrm>
              <a:off x="285750" y="1649730"/>
              <a:ext cx="2171700" cy="2628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altLang="en-US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비밀번호 재설정 화면</a:t>
              </a:r>
            </a:p>
          </p:txBody>
        </p:sp>
      </p:grpSp>
      <p:grpSp>
        <p:nvGrpSpPr>
          <p:cNvPr id="355" name="Google Shape;355;p10"/>
          <p:cNvGrpSpPr/>
          <p:nvPr/>
        </p:nvGrpSpPr>
        <p:grpSpPr>
          <a:xfrm>
            <a:off x="285750" y="2148205"/>
            <a:ext cx="2171700" cy="607695"/>
            <a:chOff x="285750" y="2386330"/>
            <a:chExt cx="2171700" cy="607695"/>
          </a:xfrm>
        </p:grpSpPr>
        <p:sp>
          <p:nvSpPr>
            <p:cNvPr id="356" name="Google Shape;356;p10"/>
            <p:cNvSpPr txBox="1"/>
            <p:nvPr/>
          </p:nvSpPr>
          <p:spPr>
            <a:xfrm>
              <a:off x="285750" y="2386330"/>
              <a:ext cx="1898650" cy="3384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관련 유스케이스 ID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" name="Google Shape;357;p10"/>
            <p:cNvSpPr txBox="1"/>
            <p:nvPr/>
          </p:nvSpPr>
          <p:spPr>
            <a:xfrm>
              <a:off x="285750" y="2717165"/>
              <a:ext cx="21717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MLCM_102</a:t>
              </a:r>
              <a:r>
                <a:rPr lang="en-US" alt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/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8" name="Google Shape;358;p10"/>
          <p:cNvGrpSpPr/>
          <p:nvPr/>
        </p:nvGrpSpPr>
        <p:grpSpPr>
          <a:xfrm>
            <a:off x="285750" y="5814695"/>
            <a:ext cx="2171700" cy="607695"/>
            <a:chOff x="285750" y="5814695"/>
            <a:chExt cx="2171700" cy="607695"/>
          </a:xfrm>
        </p:grpSpPr>
        <p:sp>
          <p:nvSpPr>
            <p:cNvPr id="359" name="Google Shape;359;p10"/>
            <p:cNvSpPr txBox="1"/>
            <p:nvPr/>
          </p:nvSpPr>
          <p:spPr>
            <a:xfrm>
              <a:off x="285750" y="5814695"/>
              <a:ext cx="800735" cy="3384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작성자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" name="Google Shape;360;p10"/>
            <p:cNvSpPr txBox="1"/>
            <p:nvPr/>
          </p:nvSpPr>
          <p:spPr>
            <a:xfrm>
              <a:off x="285750" y="6145530"/>
              <a:ext cx="2171700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팀장 – 이응균 / 팀원 - 함은선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1" name="Google Shape;361;p10"/>
          <p:cNvSpPr txBox="1"/>
          <p:nvPr/>
        </p:nvSpPr>
        <p:spPr>
          <a:xfrm>
            <a:off x="285750" y="3316605"/>
            <a:ext cx="2380615" cy="63434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  <a:defRPr/>
            </a:pPr>
            <a:endParaRPr lang="ko-KR" altLang="en-US"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  <a:defRPr/>
            </a:pPr>
            <a:r>
              <a:rPr lang="ko-KR" alt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비밀번호 분실 시 이메일 인증을 통해 새 비밀번호로 재설정하는 화면</a:t>
            </a:r>
          </a:p>
        </p:txBody>
      </p:sp>
      <p:grpSp>
        <p:nvGrpSpPr>
          <p:cNvPr id="362" name="Google Shape;362;p10"/>
          <p:cNvGrpSpPr/>
          <p:nvPr/>
        </p:nvGrpSpPr>
        <p:grpSpPr>
          <a:xfrm>
            <a:off x="285750" y="4504055"/>
            <a:ext cx="2372360" cy="599440"/>
            <a:chOff x="285750" y="4504055"/>
            <a:chExt cx="2372360" cy="599440"/>
          </a:xfrm>
        </p:grpSpPr>
        <p:sp>
          <p:nvSpPr>
            <p:cNvPr id="363" name="Google Shape;363;p10"/>
            <p:cNvSpPr txBox="1"/>
            <p:nvPr/>
          </p:nvSpPr>
          <p:spPr>
            <a:xfrm>
              <a:off x="285750" y="4504055"/>
              <a:ext cx="1098550" cy="3384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메뉴경로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" name="Google Shape;364;p10"/>
            <p:cNvSpPr txBox="1"/>
            <p:nvPr/>
          </p:nvSpPr>
          <p:spPr>
            <a:xfrm>
              <a:off x="285750" y="4835525"/>
              <a:ext cx="2372360" cy="2679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로그인/비밀번호 찾기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5" name="Google Shape;365;p10"/>
          <p:cNvSpPr txBox="1"/>
          <p:nvPr/>
        </p:nvSpPr>
        <p:spPr>
          <a:xfrm>
            <a:off x="285750" y="2981960"/>
            <a:ext cx="1005840" cy="33845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  <a:defRPr/>
            </a:pPr>
            <a:r>
              <a:rPr lang="ko-KR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화면개요</a:t>
            </a:r>
            <a:endParaRPr sz="16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0" name="그림 369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135035" y="0"/>
            <a:ext cx="2379765" cy="5150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2048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CD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0"/>
          <p:cNvSpPr/>
          <p:nvPr/>
        </p:nvSpPr>
        <p:spPr>
          <a:xfrm>
            <a:off x="0" y="0"/>
            <a:ext cx="2743835" cy="6858635"/>
          </a:xfrm>
          <a:prstGeom prst="rect">
            <a:avLst/>
          </a:prstGeom>
          <a:solidFill>
            <a:srgbClr val="0090D0"/>
          </a:solidFill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  <a:defRPr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0"/>
          <p:cNvSpPr/>
          <p:nvPr/>
        </p:nvSpPr>
        <p:spPr>
          <a:xfrm>
            <a:off x="2743200" y="5172075"/>
            <a:ext cx="7163435" cy="16865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  <a:defRPr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0"/>
          <p:cNvSpPr txBox="1"/>
          <p:nvPr/>
        </p:nvSpPr>
        <p:spPr>
          <a:xfrm>
            <a:off x="3020060" y="5412740"/>
            <a:ext cx="1005840" cy="33909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600" b="1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화면설명</a:t>
            </a:r>
            <a:endParaRPr sz="1600" b="1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347" name="Google Shape;347;p10"/>
          <p:cNvSpPr txBox="1"/>
          <p:nvPr/>
        </p:nvSpPr>
        <p:spPr>
          <a:xfrm>
            <a:off x="3020060" y="5781675"/>
            <a:ext cx="6688455" cy="998219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200">
                <a:solidFill>
                  <a:schemeClr val="dk1"/>
                </a:solidFill>
                <a:latin typeface="맑은 고딕"/>
                <a:cs typeface="Calibri"/>
                <a:sym typeface="Calibri"/>
              </a:rPr>
              <a:t>❶</a:t>
            </a:r>
            <a:r>
              <a:rPr lang="ko-KR" sz="1200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 조회 기간: 주·월·직접 지정 전환. 변경 시 재조회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200">
                <a:solidFill>
                  <a:schemeClr val="dk1"/>
                </a:solidFill>
                <a:latin typeface="맑은 고딕"/>
                <a:cs typeface="Calibri"/>
                <a:sym typeface="Calibri"/>
              </a:rPr>
              <a:t>❷</a:t>
            </a:r>
            <a:r>
              <a:rPr lang="ko-KR" sz="1200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 감정 변화 곡선: 기간별 감정 스코어 추이 표시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200">
                <a:solidFill>
                  <a:schemeClr val="dk1"/>
                </a:solidFill>
                <a:latin typeface="맑은 고딕"/>
                <a:cs typeface="Calibri"/>
                <a:sym typeface="Calibri"/>
              </a:rPr>
              <a:t>❸</a:t>
            </a:r>
            <a:r>
              <a:rPr lang="ko-KR" sz="1200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 위험 단계 분포: 안정·주의·심각 단계 비율 표시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200">
                <a:solidFill>
                  <a:schemeClr val="dk1"/>
                </a:solidFill>
                <a:latin typeface="맑은 고딕"/>
                <a:cs typeface="Calibri"/>
                <a:sym typeface="Calibri"/>
              </a:rPr>
              <a:t>❹</a:t>
            </a:r>
            <a:r>
              <a:rPr lang="ko-KR" sz="1200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 결합 차트: 감정 추이와 수면·활동량 동일 시간축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200">
                <a:solidFill>
                  <a:schemeClr val="dk1"/>
                </a:solidFill>
                <a:latin typeface="맑은 고딕"/>
                <a:cs typeface="Calibri"/>
                <a:sym typeface="Calibri"/>
              </a:rPr>
              <a:t>❺</a:t>
            </a:r>
            <a:r>
              <a:rPr lang="ko-KR" sz="1200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 종합 요약 문구·PDF 내보내기 버튼 제공</a:t>
            </a:r>
            <a:endParaRPr sz="1200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348" name="Google Shape;348;p10"/>
          <p:cNvSpPr/>
          <p:nvPr/>
        </p:nvSpPr>
        <p:spPr>
          <a:xfrm>
            <a:off x="0" y="0"/>
            <a:ext cx="2743835" cy="6858635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  <a:defRPr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9" name="Google Shape;349;p10"/>
          <p:cNvGrpSpPr/>
          <p:nvPr/>
        </p:nvGrpSpPr>
        <p:grpSpPr>
          <a:xfrm>
            <a:off x="285750" y="435610"/>
            <a:ext cx="2171700" cy="607695"/>
            <a:chOff x="285750" y="435610"/>
            <a:chExt cx="2171700" cy="607695"/>
          </a:xfrm>
        </p:grpSpPr>
        <p:sp>
          <p:nvSpPr>
            <p:cNvPr id="350" name="Google Shape;350;p10"/>
            <p:cNvSpPr txBox="1"/>
            <p:nvPr/>
          </p:nvSpPr>
          <p:spPr>
            <a:xfrm>
              <a:off x="285750" y="435610"/>
              <a:ext cx="873125" cy="3384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화면 ID 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" name="Google Shape;351;p10"/>
            <p:cNvSpPr txBox="1"/>
            <p:nvPr/>
          </p:nvSpPr>
          <p:spPr>
            <a:xfrm>
              <a:off x="285750" y="766445"/>
              <a:ext cx="2171700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MAIN_REPORT_01</a:t>
              </a:r>
              <a:r>
                <a:rPr lang="en-US" alt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/>
              </a: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/>
              </a:r>
            </a:p>
          </p:txBody>
        </p:sp>
      </p:grpSp>
      <p:grpSp>
        <p:nvGrpSpPr>
          <p:cNvPr id="352" name="Google Shape;352;p10"/>
          <p:cNvGrpSpPr/>
          <p:nvPr/>
        </p:nvGrpSpPr>
        <p:grpSpPr>
          <a:xfrm>
            <a:off x="285750" y="1318260"/>
            <a:ext cx="2171700" cy="594340"/>
            <a:chOff x="285750" y="1318260"/>
            <a:chExt cx="2171700" cy="594340"/>
          </a:xfrm>
        </p:grpSpPr>
        <p:sp>
          <p:nvSpPr>
            <p:cNvPr id="353" name="Google Shape;353;p10"/>
            <p:cNvSpPr txBox="1"/>
            <p:nvPr/>
          </p:nvSpPr>
          <p:spPr>
            <a:xfrm>
              <a:off x="285750" y="1318260"/>
              <a:ext cx="1005840" cy="3384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화면이름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" name="Google Shape;354;p10"/>
            <p:cNvSpPr txBox="1"/>
            <p:nvPr/>
          </p:nvSpPr>
          <p:spPr>
            <a:xfrm>
              <a:off x="285750" y="1649730"/>
              <a:ext cx="2171700" cy="2628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altLang="en-US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정서 리포트 화면</a:t>
              </a:r>
            </a:p>
          </p:txBody>
        </p:sp>
      </p:grpSp>
      <p:grpSp>
        <p:nvGrpSpPr>
          <p:cNvPr id="355" name="Google Shape;355;p10"/>
          <p:cNvGrpSpPr/>
          <p:nvPr/>
        </p:nvGrpSpPr>
        <p:grpSpPr>
          <a:xfrm>
            <a:off x="285750" y="2148205"/>
            <a:ext cx="2171700" cy="607695"/>
            <a:chOff x="285750" y="2386330"/>
            <a:chExt cx="2171700" cy="607695"/>
          </a:xfrm>
        </p:grpSpPr>
        <p:sp>
          <p:nvSpPr>
            <p:cNvPr id="356" name="Google Shape;356;p10"/>
            <p:cNvSpPr txBox="1"/>
            <p:nvPr/>
          </p:nvSpPr>
          <p:spPr>
            <a:xfrm>
              <a:off x="285750" y="2386330"/>
              <a:ext cx="1898650" cy="3384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관련 유스케이스 ID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" name="Google Shape;357;p10"/>
            <p:cNvSpPr txBox="1"/>
            <p:nvPr/>
          </p:nvSpPr>
          <p:spPr>
            <a:xfrm>
              <a:off x="285750" y="2717165"/>
              <a:ext cx="21717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MLCM_500</a:t>
              </a:r>
              <a:r>
                <a:rPr lang="en-US" alt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/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8" name="Google Shape;358;p10"/>
          <p:cNvGrpSpPr/>
          <p:nvPr/>
        </p:nvGrpSpPr>
        <p:grpSpPr>
          <a:xfrm>
            <a:off x="285750" y="5814695"/>
            <a:ext cx="2171700" cy="607695"/>
            <a:chOff x="285750" y="5814695"/>
            <a:chExt cx="2171700" cy="607695"/>
          </a:xfrm>
        </p:grpSpPr>
        <p:sp>
          <p:nvSpPr>
            <p:cNvPr id="359" name="Google Shape;359;p10"/>
            <p:cNvSpPr txBox="1"/>
            <p:nvPr/>
          </p:nvSpPr>
          <p:spPr>
            <a:xfrm>
              <a:off x="285750" y="5814695"/>
              <a:ext cx="800735" cy="3384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작성자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" name="Google Shape;360;p10"/>
            <p:cNvSpPr txBox="1"/>
            <p:nvPr/>
          </p:nvSpPr>
          <p:spPr>
            <a:xfrm>
              <a:off x="285750" y="6145530"/>
              <a:ext cx="2171700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팀장 – 이응균 / 팀원 - 함은선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1" name="Google Shape;361;p10"/>
          <p:cNvSpPr txBox="1"/>
          <p:nvPr/>
        </p:nvSpPr>
        <p:spPr>
          <a:xfrm>
            <a:off x="285750" y="3316605"/>
            <a:ext cx="2380615" cy="63434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  <a:defRPr/>
            </a:pPr>
            <a:endParaRPr lang="ko-KR" altLang="en-US"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  <a:defRPr/>
            </a:pPr>
            <a:r>
              <a:rPr lang="ko-KR" alt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본인의 기간별 감정 위험도 스코어 추이와 라이프로그 변화를 대시보드로 조회하고 PDF로 내보내는 화면</a:t>
            </a:r>
          </a:p>
        </p:txBody>
      </p:sp>
      <p:grpSp>
        <p:nvGrpSpPr>
          <p:cNvPr id="362" name="Google Shape;362;p10"/>
          <p:cNvGrpSpPr/>
          <p:nvPr/>
        </p:nvGrpSpPr>
        <p:grpSpPr>
          <a:xfrm>
            <a:off x="285750" y="4504055"/>
            <a:ext cx="2372360" cy="599440"/>
            <a:chOff x="285750" y="4504055"/>
            <a:chExt cx="2372360" cy="599440"/>
          </a:xfrm>
        </p:grpSpPr>
        <p:sp>
          <p:nvSpPr>
            <p:cNvPr id="363" name="Google Shape;363;p10"/>
            <p:cNvSpPr txBox="1"/>
            <p:nvPr/>
          </p:nvSpPr>
          <p:spPr>
            <a:xfrm>
              <a:off x="285750" y="4504055"/>
              <a:ext cx="1098550" cy="3384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메뉴경로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" name="Google Shape;364;p10"/>
            <p:cNvSpPr txBox="1"/>
            <p:nvPr/>
          </p:nvSpPr>
          <p:spPr>
            <a:xfrm>
              <a:off x="285750" y="4835525"/>
              <a:ext cx="2372360" cy="2679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라이프로그/정서 리포트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5" name="Google Shape;365;p10"/>
          <p:cNvSpPr txBox="1"/>
          <p:nvPr/>
        </p:nvSpPr>
        <p:spPr>
          <a:xfrm>
            <a:off x="285750" y="2981960"/>
            <a:ext cx="1005840" cy="33845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  <a:defRPr/>
            </a:pPr>
            <a:r>
              <a:rPr lang="ko-KR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화면개요</a:t>
            </a:r>
            <a:endParaRPr sz="16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0" name="그림 369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135035" y="0"/>
            <a:ext cx="2379765" cy="5150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2048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CD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0"/>
          <p:cNvSpPr/>
          <p:nvPr/>
        </p:nvSpPr>
        <p:spPr>
          <a:xfrm>
            <a:off x="0" y="0"/>
            <a:ext cx="2743835" cy="6858635"/>
          </a:xfrm>
          <a:prstGeom prst="rect">
            <a:avLst/>
          </a:prstGeom>
          <a:solidFill>
            <a:srgbClr val="0090D0"/>
          </a:solidFill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  <a:defRPr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0"/>
          <p:cNvSpPr/>
          <p:nvPr/>
        </p:nvSpPr>
        <p:spPr>
          <a:xfrm>
            <a:off x="2743200" y="5172075"/>
            <a:ext cx="7163435" cy="16865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  <a:defRPr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0"/>
          <p:cNvSpPr txBox="1"/>
          <p:nvPr/>
        </p:nvSpPr>
        <p:spPr>
          <a:xfrm>
            <a:off x="3020060" y="5412740"/>
            <a:ext cx="1005840" cy="33909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600" b="1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화면설명</a:t>
            </a:r>
            <a:endParaRPr sz="1600" b="1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347" name="Google Shape;347;p10"/>
          <p:cNvSpPr txBox="1"/>
          <p:nvPr/>
        </p:nvSpPr>
        <p:spPr>
          <a:xfrm>
            <a:off x="3020060" y="5781675"/>
            <a:ext cx="6688455" cy="998219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200">
                <a:solidFill>
                  <a:schemeClr val="dk1"/>
                </a:solidFill>
                <a:latin typeface="맑은 고딕"/>
                <a:cs typeface="Calibri"/>
                <a:sym typeface="Calibri"/>
              </a:rPr>
              <a:t>❶</a:t>
            </a:r>
            <a:r>
              <a:rPr lang="ko-KR" sz="1200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 계정 정보: 이메일, 이름, 가입일 표시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200">
                <a:solidFill>
                  <a:schemeClr val="dk1"/>
                </a:solidFill>
                <a:latin typeface="맑은 고딕"/>
                <a:cs typeface="Calibri"/>
                <a:sym typeface="Calibri"/>
              </a:rPr>
              <a:t>❷</a:t>
            </a:r>
            <a:r>
              <a:rPr lang="ko-KR" sz="1200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 비밀번호 변경: 현재 비밀번호 확인 후 변경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200">
                <a:solidFill>
                  <a:schemeClr val="dk1"/>
                </a:solidFill>
                <a:latin typeface="맑은 고딕"/>
                <a:cs typeface="Calibri"/>
                <a:sym typeface="Calibri"/>
              </a:rPr>
              <a:t>❸</a:t>
            </a:r>
            <a:r>
              <a:rPr lang="ko-KR" sz="1200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 회원 탈퇴: 탈퇴 절차 시작. 비밀번호 재입력 확인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200">
                <a:solidFill>
                  <a:schemeClr val="dk1"/>
                </a:solidFill>
                <a:latin typeface="맑은 고딕"/>
                <a:cs typeface="Calibri"/>
                <a:sym typeface="Calibri"/>
              </a:rPr>
              <a:t>❹</a:t>
            </a:r>
            <a:r>
              <a:rPr lang="ko-KR" sz="1200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 삭제 범위 안내: 라이프로그·체성분·대화·분석·기기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200">
                <a:solidFill>
                  <a:schemeClr val="dk1"/>
                </a:solidFill>
                <a:latin typeface="맑은 고딕"/>
                <a:cs typeface="Calibri"/>
                <a:sym typeface="Calibri"/>
              </a:rPr>
              <a:t>❺</a:t>
            </a:r>
            <a:r>
              <a:rPr lang="ko-KR" sz="1200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 최종 확인 후 탈퇴 처리, MAIN_LOGIN_01 복귀</a:t>
            </a:r>
            <a:endParaRPr sz="1200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348" name="Google Shape;348;p10"/>
          <p:cNvSpPr/>
          <p:nvPr/>
        </p:nvSpPr>
        <p:spPr>
          <a:xfrm>
            <a:off x="0" y="0"/>
            <a:ext cx="2743835" cy="6858635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  <a:defRPr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9" name="Google Shape;349;p10"/>
          <p:cNvGrpSpPr/>
          <p:nvPr/>
        </p:nvGrpSpPr>
        <p:grpSpPr>
          <a:xfrm>
            <a:off x="285750" y="435610"/>
            <a:ext cx="2171700" cy="607695"/>
            <a:chOff x="285750" y="435610"/>
            <a:chExt cx="2171700" cy="607695"/>
          </a:xfrm>
        </p:grpSpPr>
        <p:sp>
          <p:nvSpPr>
            <p:cNvPr id="350" name="Google Shape;350;p10"/>
            <p:cNvSpPr txBox="1"/>
            <p:nvPr/>
          </p:nvSpPr>
          <p:spPr>
            <a:xfrm>
              <a:off x="285750" y="435610"/>
              <a:ext cx="873125" cy="3384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화면 ID 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" name="Google Shape;351;p10"/>
            <p:cNvSpPr txBox="1"/>
            <p:nvPr/>
          </p:nvSpPr>
          <p:spPr>
            <a:xfrm>
              <a:off x="285750" y="766445"/>
              <a:ext cx="2171700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MAIN_SETTING_02</a:t>
              </a:r>
              <a:r>
                <a:rPr lang="en-US" alt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/>
              </a: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/>
              </a:r>
            </a:p>
          </p:txBody>
        </p:sp>
      </p:grpSp>
      <p:grpSp>
        <p:nvGrpSpPr>
          <p:cNvPr id="352" name="Google Shape;352;p10"/>
          <p:cNvGrpSpPr/>
          <p:nvPr/>
        </p:nvGrpSpPr>
        <p:grpSpPr>
          <a:xfrm>
            <a:off x="285750" y="1318260"/>
            <a:ext cx="2171700" cy="594340"/>
            <a:chOff x="285750" y="1318260"/>
            <a:chExt cx="2171700" cy="594340"/>
          </a:xfrm>
        </p:grpSpPr>
        <p:sp>
          <p:nvSpPr>
            <p:cNvPr id="353" name="Google Shape;353;p10"/>
            <p:cNvSpPr txBox="1"/>
            <p:nvPr/>
          </p:nvSpPr>
          <p:spPr>
            <a:xfrm>
              <a:off x="285750" y="1318260"/>
              <a:ext cx="1005840" cy="3384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화면이름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" name="Google Shape;354;p10"/>
            <p:cNvSpPr txBox="1"/>
            <p:nvPr/>
          </p:nvSpPr>
          <p:spPr>
            <a:xfrm>
              <a:off x="285750" y="1649730"/>
              <a:ext cx="2171700" cy="2628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altLang="en-US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계정 관리 화면</a:t>
              </a:r>
            </a:p>
          </p:txBody>
        </p:sp>
      </p:grpSp>
      <p:grpSp>
        <p:nvGrpSpPr>
          <p:cNvPr id="355" name="Google Shape;355;p10"/>
          <p:cNvGrpSpPr/>
          <p:nvPr/>
        </p:nvGrpSpPr>
        <p:grpSpPr>
          <a:xfrm>
            <a:off x="285750" y="2148205"/>
            <a:ext cx="2171700" cy="607695"/>
            <a:chOff x="285750" y="2386330"/>
            <a:chExt cx="2171700" cy="607695"/>
          </a:xfrm>
        </p:grpSpPr>
        <p:sp>
          <p:nvSpPr>
            <p:cNvPr id="356" name="Google Shape;356;p10"/>
            <p:cNvSpPr txBox="1"/>
            <p:nvPr/>
          </p:nvSpPr>
          <p:spPr>
            <a:xfrm>
              <a:off x="285750" y="2386330"/>
              <a:ext cx="1898650" cy="3384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관련 유스케이스 ID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" name="Google Shape;357;p10"/>
            <p:cNvSpPr txBox="1"/>
            <p:nvPr/>
          </p:nvSpPr>
          <p:spPr>
            <a:xfrm>
              <a:off x="285750" y="2717165"/>
              <a:ext cx="21717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MLCM_103</a:t>
              </a:r>
              <a:r>
                <a:rPr lang="en-US" alt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/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8" name="Google Shape;358;p10"/>
          <p:cNvGrpSpPr/>
          <p:nvPr/>
        </p:nvGrpSpPr>
        <p:grpSpPr>
          <a:xfrm>
            <a:off x="285750" y="5814695"/>
            <a:ext cx="2171700" cy="607695"/>
            <a:chOff x="285750" y="5814695"/>
            <a:chExt cx="2171700" cy="607695"/>
          </a:xfrm>
        </p:grpSpPr>
        <p:sp>
          <p:nvSpPr>
            <p:cNvPr id="359" name="Google Shape;359;p10"/>
            <p:cNvSpPr txBox="1"/>
            <p:nvPr/>
          </p:nvSpPr>
          <p:spPr>
            <a:xfrm>
              <a:off x="285750" y="5814695"/>
              <a:ext cx="800735" cy="3384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작성자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" name="Google Shape;360;p10"/>
            <p:cNvSpPr txBox="1"/>
            <p:nvPr/>
          </p:nvSpPr>
          <p:spPr>
            <a:xfrm>
              <a:off x="285750" y="6145530"/>
              <a:ext cx="2171700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팀장 – 이응균 / 팀원 - 함은선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1" name="Google Shape;361;p10"/>
          <p:cNvSpPr txBox="1"/>
          <p:nvPr/>
        </p:nvSpPr>
        <p:spPr>
          <a:xfrm>
            <a:off x="285750" y="3316605"/>
            <a:ext cx="2380615" cy="63434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  <a:defRPr/>
            </a:pPr>
            <a:endParaRPr lang="ko-KR" altLang="en-US"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  <a:defRPr/>
            </a:pPr>
            <a:r>
              <a:rPr lang="ko-KR" alt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계정 정보를 확인하고 회원 탈퇴를 처리하는 화면</a:t>
            </a:r>
          </a:p>
        </p:txBody>
      </p:sp>
      <p:grpSp>
        <p:nvGrpSpPr>
          <p:cNvPr id="362" name="Google Shape;362;p10"/>
          <p:cNvGrpSpPr/>
          <p:nvPr/>
        </p:nvGrpSpPr>
        <p:grpSpPr>
          <a:xfrm>
            <a:off x="285750" y="4504055"/>
            <a:ext cx="2372360" cy="599440"/>
            <a:chOff x="285750" y="4504055"/>
            <a:chExt cx="2372360" cy="599440"/>
          </a:xfrm>
        </p:grpSpPr>
        <p:sp>
          <p:nvSpPr>
            <p:cNvPr id="363" name="Google Shape;363;p10"/>
            <p:cNvSpPr txBox="1"/>
            <p:nvPr/>
          </p:nvSpPr>
          <p:spPr>
            <a:xfrm>
              <a:off x="285750" y="4504055"/>
              <a:ext cx="1098550" cy="3384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메뉴경로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" name="Google Shape;364;p10"/>
            <p:cNvSpPr txBox="1"/>
            <p:nvPr/>
          </p:nvSpPr>
          <p:spPr>
            <a:xfrm>
              <a:off x="285750" y="4835525"/>
              <a:ext cx="2372360" cy="2679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설정/계정 관리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5" name="Google Shape;365;p10"/>
          <p:cNvSpPr txBox="1"/>
          <p:nvPr/>
        </p:nvSpPr>
        <p:spPr>
          <a:xfrm>
            <a:off x="285750" y="2981960"/>
            <a:ext cx="1005840" cy="33845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  <a:defRPr/>
            </a:pPr>
            <a:r>
              <a:rPr lang="ko-KR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화면개요</a:t>
            </a:r>
            <a:endParaRPr sz="16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0" name="그림 369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135035" y="0"/>
            <a:ext cx="2379765" cy="5150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2048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CD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0"/>
          <p:cNvSpPr/>
          <p:nvPr/>
        </p:nvSpPr>
        <p:spPr>
          <a:xfrm>
            <a:off x="0" y="0"/>
            <a:ext cx="2743835" cy="6858635"/>
          </a:xfrm>
          <a:prstGeom prst="rect">
            <a:avLst/>
          </a:prstGeom>
          <a:solidFill>
            <a:srgbClr val="0090D0"/>
          </a:solidFill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  <a:defRPr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0"/>
          <p:cNvSpPr/>
          <p:nvPr/>
        </p:nvSpPr>
        <p:spPr>
          <a:xfrm>
            <a:off x="2743200" y="5172075"/>
            <a:ext cx="7163435" cy="16865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  <a:defRPr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0"/>
          <p:cNvSpPr txBox="1"/>
          <p:nvPr/>
        </p:nvSpPr>
        <p:spPr>
          <a:xfrm>
            <a:off x="3020060" y="5412740"/>
            <a:ext cx="1005840" cy="33909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600" b="1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화면설명</a:t>
            </a:r>
            <a:endParaRPr sz="1600" b="1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347" name="Google Shape;347;p10"/>
          <p:cNvSpPr txBox="1"/>
          <p:nvPr/>
        </p:nvSpPr>
        <p:spPr>
          <a:xfrm>
            <a:off x="3020060" y="5781675"/>
            <a:ext cx="6688455" cy="998219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200">
                <a:solidFill>
                  <a:schemeClr val="dk1"/>
                </a:solidFill>
                <a:latin typeface="맑은 고딕"/>
                <a:cs typeface="Calibri"/>
                <a:sym typeface="Calibri"/>
              </a:rPr>
              <a:t>❶</a:t>
            </a:r>
            <a:r>
              <a:rPr lang="ko-KR" sz="1200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 상태 안내: 도움이 필요한 신호가 감지되었음을 안내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200">
                <a:solidFill>
                  <a:schemeClr val="dk1"/>
                </a:solidFill>
                <a:latin typeface="맑은 고딕"/>
                <a:cs typeface="Calibri"/>
                <a:sym typeface="Calibri"/>
              </a:rPr>
              <a:t>❷</a:t>
            </a:r>
            <a:r>
              <a:rPr lang="ko-KR" sz="1200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 긴급 상담 연결: 109 자살예방상담전화 통화 연결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200">
                <a:solidFill>
                  <a:schemeClr val="dk1"/>
                </a:solidFill>
                <a:latin typeface="맑은 고딕"/>
                <a:cs typeface="Calibri"/>
                <a:sym typeface="Calibri"/>
              </a:rPr>
              <a:t>❸</a:t>
            </a:r>
            <a:r>
              <a:rPr lang="ko-KR" sz="1200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 개인정보 안내: 전화 앱만 실행, 분석 데이터 미전송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200">
                <a:solidFill>
                  <a:schemeClr val="dk1"/>
                </a:solidFill>
                <a:latin typeface="맑은 고딕"/>
                <a:cs typeface="Calibri"/>
                <a:sym typeface="Calibri"/>
              </a:rPr>
              <a:t>❹</a:t>
            </a:r>
            <a:r>
              <a:rPr lang="ko-KR" sz="1200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 닫기: 이전 화면 복귀. 판정 이력은 기록됨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200">
                <a:solidFill>
                  <a:schemeClr val="dk1"/>
                </a:solidFill>
                <a:latin typeface="맑은 고딕"/>
                <a:cs typeface="Calibri"/>
                <a:sym typeface="Calibri"/>
              </a:rPr>
              <a:t>❺</a:t>
            </a:r>
            <a:r>
              <a:rPr lang="ko-KR" sz="1200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 노출 중 힐링 콘텐츠 추천은 표시하지 않음</a:t>
            </a:r>
            <a:endParaRPr sz="1200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348" name="Google Shape;348;p10"/>
          <p:cNvSpPr/>
          <p:nvPr/>
        </p:nvSpPr>
        <p:spPr>
          <a:xfrm>
            <a:off x="0" y="0"/>
            <a:ext cx="2743835" cy="6858635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  <a:defRPr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9" name="Google Shape;349;p10"/>
          <p:cNvGrpSpPr/>
          <p:nvPr/>
        </p:nvGrpSpPr>
        <p:grpSpPr>
          <a:xfrm>
            <a:off x="285750" y="435610"/>
            <a:ext cx="2171700" cy="607695"/>
            <a:chOff x="285750" y="435610"/>
            <a:chExt cx="2171700" cy="607695"/>
          </a:xfrm>
        </p:grpSpPr>
        <p:sp>
          <p:nvSpPr>
            <p:cNvPr id="350" name="Google Shape;350;p10"/>
            <p:cNvSpPr txBox="1"/>
            <p:nvPr/>
          </p:nvSpPr>
          <p:spPr>
            <a:xfrm>
              <a:off x="285750" y="435610"/>
              <a:ext cx="873125" cy="3384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화면 ID 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" name="Google Shape;351;p10"/>
            <p:cNvSpPr txBox="1"/>
            <p:nvPr/>
          </p:nvSpPr>
          <p:spPr>
            <a:xfrm>
              <a:off x="285750" y="766445"/>
              <a:ext cx="2171700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MAIN_EMERGENCY_01</a:t>
              </a:r>
              <a:r>
                <a:rPr lang="en-US" alt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/>
              </a: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/>
              </a:r>
            </a:p>
          </p:txBody>
        </p:sp>
      </p:grpSp>
      <p:grpSp>
        <p:nvGrpSpPr>
          <p:cNvPr id="352" name="Google Shape;352;p10"/>
          <p:cNvGrpSpPr/>
          <p:nvPr/>
        </p:nvGrpSpPr>
        <p:grpSpPr>
          <a:xfrm>
            <a:off x="285750" y="1318260"/>
            <a:ext cx="2171700" cy="594340"/>
            <a:chOff x="285750" y="1318260"/>
            <a:chExt cx="2171700" cy="594340"/>
          </a:xfrm>
        </p:grpSpPr>
        <p:sp>
          <p:nvSpPr>
            <p:cNvPr id="353" name="Google Shape;353;p10"/>
            <p:cNvSpPr txBox="1"/>
            <p:nvPr/>
          </p:nvSpPr>
          <p:spPr>
            <a:xfrm>
              <a:off x="285750" y="1318260"/>
              <a:ext cx="1005840" cy="3384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화면이름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" name="Google Shape;354;p10"/>
            <p:cNvSpPr txBox="1"/>
            <p:nvPr/>
          </p:nvSpPr>
          <p:spPr>
            <a:xfrm>
              <a:off x="285750" y="1649730"/>
              <a:ext cx="2171700" cy="2628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altLang="en-US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긴급 상담 연결 화면</a:t>
              </a:r>
            </a:p>
          </p:txBody>
        </p:sp>
      </p:grpSp>
      <p:grpSp>
        <p:nvGrpSpPr>
          <p:cNvPr id="355" name="Google Shape;355;p10"/>
          <p:cNvGrpSpPr/>
          <p:nvPr/>
        </p:nvGrpSpPr>
        <p:grpSpPr>
          <a:xfrm>
            <a:off x="285750" y="2148205"/>
            <a:ext cx="2171700" cy="607695"/>
            <a:chOff x="285750" y="2386330"/>
            <a:chExt cx="2171700" cy="607695"/>
          </a:xfrm>
        </p:grpSpPr>
        <p:sp>
          <p:nvSpPr>
            <p:cNvPr id="356" name="Google Shape;356;p10"/>
            <p:cNvSpPr txBox="1"/>
            <p:nvPr/>
          </p:nvSpPr>
          <p:spPr>
            <a:xfrm>
              <a:off x="285750" y="2386330"/>
              <a:ext cx="1898650" cy="3384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관련 유스케이스 ID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" name="Google Shape;357;p10"/>
            <p:cNvSpPr txBox="1"/>
            <p:nvPr/>
          </p:nvSpPr>
          <p:spPr>
            <a:xfrm>
              <a:off x="285750" y="2717165"/>
              <a:ext cx="21717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MLCM_510</a:t>
              </a:r>
              <a:r>
                <a:rPr lang="en-US" alt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/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8" name="Google Shape;358;p10"/>
          <p:cNvGrpSpPr/>
          <p:nvPr/>
        </p:nvGrpSpPr>
        <p:grpSpPr>
          <a:xfrm>
            <a:off x="285750" y="5814695"/>
            <a:ext cx="2171700" cy="607695"/>
            <a:chOff x="285750" y="5814695"/>
            <a:chExt cx="2171700" cy="607695"/>
          </a:xfrm>
        </p:grpSpPr>
        <p:sp>
          <p:nvSpPr>
            <p:cNvPr id="359" name="Google Shape;359;p10"/>
            <p:cNvSpPr txBox="1"/>
            <p:nvPr/>
          </p:nvSpPr>
          <p:spPr>
            <a:xfrm>
              <a:off x="285750" y="5814695"/>
              <a:ext cx="800735" cy="3384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작성자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" name="Google Shape;360;p10"/>
            <p:cNvSpPr txBox="1"/>
            <p:nvPr/>
          </p:nvSpPr>
          <p:spPr>
            <a:xfrm>
              <a:off x="285750" y="6145530"/>
              <a:ext cx="2171700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팀장 – 이응균 / 팀원 - 함은선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1" name="Google Shape;361;p10"/>
          <p:cNvSpPr txBox="1"/>
          <p:nvPr/>
        </p:nvSpPr>
        <p:spPr>
          <a:xfrm>
            <a:off x="285750" y="3316605"/>
            <a:ext cx="2380615" cy="63434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  <a:defRPr/>
            </a:pPr>
            <a:endParaRPr lang="ko-KR" altLang="en-US"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  <a:defRPr/>
            </a:pPr>
            <a:r>
              <a:rPr lang="ko-KR" alt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정서 위험도가 CRITICAL로 판정된 경우 콘텐츠 추천을 중단하고 전문 상담기관 직통 연결을 안내하는 화면</a:t>
            </a:r>
          </a:p>
        </p:txBody>
      </p:sp>
      <p:grpSp>
        <p:nvGrpSpPr>
          <p:cNvPr id="362" name="Google Shape;362;p10"/>
          <p:cNvGrpSpPr/>
          <p:nvPr/>
        </p:nvGrpSpPr>
        <p:grpSpPr>
          <a:xfrm>
            <a:off x="285750" y="4504055"/>
            <a:ext cx="2372360" cy="599440"/>
            <a:chOff x="285750" y="4504055"/>
            <a:chExt cx="2372360" cy="599440"/>
          </a:xfrm>
        </p:grpSpPr>
        <p:sp>
          <p:nvSpPr>
            <p:cNvPr id="363" name="Google Shape;363;p10"/>
            <p:cNvSpPr txBox="1"/>
            <p:nvPr/>
          </p:nvSpPr>
          <p:spPr>
            <a:xfrm>
              <a:off x="285750" y="4504055"/>
              <a:ext cx="1098550" cy="3384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메뉴경로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" name="Google Shape;364;p10"/>
            <p:cNvSpPr txBox="1"/>
            <p:nvPr/>
          </p:nvSpPr>
          <p:spPr>
            <a:xfrm>
              <a:off x="285750" y="4835525"/>
              <a:ext cx="2372360" cy="2679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(전역 · CRITICAL 판정 시 자동 노출)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5" name="Google Shape;365;p10"/>
          <p:cNvSpPr txBox="1"/>
          <p:nvPr/>
        </p:nvSpPr>
        <p:spPr>
          <a:xfrm>
            <a:off x="285750" y="2981960"/>
            <a:ext cx="1005840" cy="33845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  <a:defRPr/>
            </a:pPr>
            <a:r>
              <a:rPr lang="ko-KR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화면개요</a:t>
            </a:r>
            <a:endParaRPr sz="16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0" name="그림 369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135035" y="0"/>
            <a:ext cx="2379765" cy="5150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2048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CD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0"/>
          <p:cNvSpPr/>
          <p:nvPr/>
        </p:nvSpPr>
        <p:spPr>
          <a:xfrm>
            <a:off x="0" y="0"/>
            <a:ext cx="2743835" cy="6858635"/>
          </a:xfrm>
          <a:prstGeom prst="rect">
            <a:avLst/>
          </a:prstGeom>
          <a:solidFill>
            <a:srgbClr val="0090D0"/>
          </a:solidFill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  <a:defRPr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0"/>
          <p:cNvSpPr/>
          <p:nvPr/>
        </p:nvSpPr>
        <p:spPr>
          <a:xfrm>
            <a:off x="2743200" y="5172075"/>
            <a:ext cx="7163435" cy="16865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  <a:defRPr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0"/>
          <p:cNvSpPr txBox="1"/>
          <p:nvPr/>
        </p:nvSpPr>
        <p:spPr>
          <a:xfrm>
            <a:off x="3020060" y="5412740"/>
            <a:ext cx="1005840" cy="33909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600" b="1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화면설명</a:t>
            </a:r>
            <a:endParaRPr sz="1600" b="1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347" name="Google Shape;347;p10"/>
          <p:cNvSpPr txBox="1"/>
          <p:nvPr/>
        </p:nvSpPr>
        <p:spPr>
          <a:xfrm>
            <a:off x="3020060" y="5781675"/>
            <a:ext cx="6688455" cy="998219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200">
                <a:solidFill>
                  <a:schemeClr val="dk1"/>
                </a:solidFill>
                <a:latin typeface="맑은 고딕"/>
                <a:cs typeface="Calibri"/>
                <a:sym typeface="Calibri"/>
              </a:rPr>
              <a:t>❶</a:t>
            </a:r>
            <a:r>
              <a:rPr lang="ko-KR" sz="1200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 이메일 입력창: 관리자 계정 이메일 입력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200">
                <a:solidFill>
                  <a:schemeClr val="dk1"/>
                </a:solidFill>
                <a:latin typeface="맑은 고딕"/>
                <a:cs typeface="Calibri"/>
                <a:sym typeface="Calibri"/>
              </a:rPr>
              <a:t>❷</a:t>
            </a:r>
            <a:r>
              <a:rPr lang="ko-KR" sz="1200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 비밀번호 입력창: 마스킹 처리 입력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200">
                <a:solidFill>
                  <a:schemeClr val="dk1"/>
                </a:solidFill>
                <a:latin typeface="맑은 고딕"/>
                <a:cs typeface="Calibri"/>
                <a:sym typeface="Calibri"/>
              </a:rPr>
              <a:t>❸</a:t>
            </a:r>
            <a:r>
              <a:rPr lang="ko-KR" sz="1200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 로그인 버튼: 인증 성공 시 ADMIN_DASH_01 이동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200">
                <a:solidFill>
                  <a:schemeClr val="dk1"/>
                </a:solidFill>
                <a:latin typeface="맑은 고딕"/>
                <a:cs typeface="Calibri"/>
                <a:sym typeface="Calibri"/>
              </a:rPr>
              <a:t>❹</a:t>
            </a:r>
            <a:r>
              <a:rPr lang="ko-KR" sz="1200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 관리자 권한이 아니면 접근 불가 안내 노출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200">
                <a:solidFill>
                  <a:schemeClr val="dk1"/>
                </a:solidFill>
                <a:latin typeface="맑은 고딕"/>
                <a:cs typeface="Calibri"/>
                <a:sym typeface="Calibri"/>
              </a:rPr>
              <a:t/>
            </a:r>
            <a:r>
              <a:rPr lang="ko-KR" sz="1200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/>
            </a:r>
            <a:endParaRPr sz="1200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348" name="Google Shape;348;p10"/>
          <p:cNvSpPr/>
          <p:nvPr/>
        </p:nvSpPr>
        <p:spPr>
          <a:xfrm>
            <a:off x="0" y="0"/>
            <a:ext cx="2743835" cy="6858635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  <a:defRPr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9" name="Google Shape;349;p10"/>
          <p:cNvGrpSpPr/>
          <p:nvPr/>
        </p:nvGrpSpPr>
        <p:grpSpPr>
          <a:xfrm>
            <a:off x="285750" y="435610"/>
            <a:ext cx="2171700" cy="607695"/>
            <a:chOff x="285750" y="435610"/>
            <a:chExt cx="2171700" cy="607695"/>
          </a:xfrm>
        </p:grpSpPr>
        <p:sp>
          <p:nvSpPr>
            <p:cNvPr id="350" name="Google Shape;350;p10"/>
            <p:cNvSpPr txBox="1"/>
            <p:nvPr/>
          </p:nvSpPr>
          <p:spPr>
            <a:xfrm>
              <a:off x="285750" y="435610"/>
              <a:ext cx="873125" cy="3384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화면 ID 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" name="Google Shape;351;p10"/>
            <p:cNvSpPr txBox="1"/>
            <p:nvPr/>
          </p:nvSpPr>
          <p:spPr>
            <a:xfrm>
              <a:off x="285750" y="766445"/>
              <a:ext cx="2171700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ADMIN_LOGIN_01</a:t>
              </a:r>
              <a:r>
                <a:rPr lang="en-US" alt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/>
              </a: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/>
              </a:r>
            </a:p>
          </p:txBody>
        </p:sp>
      </p:grpSp>
      <p:grpSp>
        <p:nvGrpSpPr>
          <p:cNvPr id="352" name="Google Shape;352;p10"/>
          <p:cNvGrpSpPr/>
          <p:nvPr/>
        </p:nvGrpSpPr>
        <p:grpSpPr>
          <a:xfrm>
            <a:off x="285750" y="1318260"/>
            <a:ext cx="2171700" cy="594340"/>
            <a:chOff x="285750" y="1318260"/>
            <a:chExt cx="2171700" cy="594340"/>
          </a:xfrm>
        </p:grpSpPr>
        <p:sp>
          <p:nvSpPr>
            <p:cNvPr id="353" name="Google Shape;353;p10"/>
            <p:cNvSpPr txBox="1"/>
            <p:nvPr/>
          </p:nvSpPr>
          <p:spPr>
            <a:xfrm>
              <a:off x="285750" y="1318260"/>
              <a:ext cx="1005840" cy="3384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화면이름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" name="Google Shape;354;p10"/>
            <p:cNvSpPr txBox="1"/>
            <p:nvPr/>
          </p:nvSpPr>
          <p:spPr>
            <a:xfrm>
              <a:off x="285750" y="1649730"/>
              <a:ext cx="2171700" cy="2628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altLang="en-US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관리자 로그인 화면</a:t>
              </a:r>
            </a:p>
          </p:txBody>
        </p:sp>
      </p:grpSp>
      <p:grpSp>
        <p:nvGrpSpPr>
          <p:cNvPr id="355" name="Google Shape;355;p10"/>
          <p:cNvGrpSpPr/>
          <p:nvPr/>
        </p:nvGrpSpPr>
        <p:grpSpPr>
          <a:xfrm>
            <a:off x="285750" y="2148205"/>
            <a:ext cx="2171700" cy="607695"/>
            <a:chOff x="285750" y="2386330"/>
            <a:chExt cx="2171700" cy="607695"/>
          </a:xfrm>
        </p:grpSpPr>
        <p:sp>
          <p:nvSpPr>
            <p:cNvPr id="356" name="Google Shape;356;p10"/>
            <p:cNvSpPr txBox="1"/>
            <p:nvPr/>
          </p:nvSpPr>
          <p:spPr>
            <a:xfrm>
              <a:off x="285750" y="2386330"/>
              <a:ext cx="1898650" cy="3384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관련 유스케이스 ID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" name="Google Shape;357;p10"/>
            <p:cNvSpPr txBox="1"/>
            <p:nvPr/>
          </p:nvSpPr>
          <p:spPr>
            <a:xfrm>
              <a:off x="285750" y="2717165"/>
              <a:ext cx="21717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MLCM_100 / MLCM_501</a:t>
              </a:r>
              <a:r>
                <a:rPr lang="en-US" alt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/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8" name="Google Shape;358;p10"/>
          <p:cNvGrpSpPr/>
          <p:nvPr/>
        </p:nvGrpSpPr>
        <p:grpSpPr>
          <a:xfrm>
            <a:off x="285750" y="5814695"/>
            <a:ext cx="2171700" cy="607695"/>
            <a:chOff x="285750" y="5814695"/>
            <a:chExt cx="2171700" cy="607695"/>
          </a:xfrm>
        </p:grpSpPr>
        <p:sp>
          <p:nvSpPr>
            <p:cNvPr id="359" name="Google Shape;359;p10"/>
            <p:cNvSpPr txBox="1"/>
            <p:nvPr/>
          </p:nvSpPr>
          <p:spPr>
            <a:xfrm>
              <a:off x="285750" y="5814695"/>
              <a:ext cx="800735" cy="3384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작성자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" name="Google Shape;360;p10"/>
            <p:cNvSpPr txBox="1"/>
            <p:nvPr/>
          </p:nvSpPr>
          <p:spPr>
            <a:xfrm>
              <a:off x="285750" y="6145530"/>
              <a:ext cx="2171700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팀장 – 이응균 / 팀원 - 함은선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1" name="Google Shape;361;p10"/>
          <p:cNvSpPr txBox="1"/>
          <p:nvPr/>
        </p:nvSpPr>
        <p:spPr>
          <a:xfrm>
            <a:off x="285750" y="3316605"/>
            <a:ext cx="2380615" cy="63434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  <a:defRPr/>
            </a:pPr>
            <a:endParaRPr lang="ko-KR" altLang="en-US"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  <a:defRPr/>
            </a:pPr>
            <a:r>
              <a:rPr lang="ko-KR" alt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관리자가 관제 대시보드에 접근하기 위해 로그인하는 웹 화면</a:t>
            </a:r>
          </a:p>
        </p:txBody>
      </p:sp>
      <p:grpSp>
        <p:nvGrpSpPr>
          <p:cNvPr id="362" name="Google Shape;362;p10"/>
          <p:cNvGrpSpPr/>
          <p:nvPr/>
        </p:nvGrpSpPr>
        <p:grpSpPr>
          <a:xfrm>
            <a:off x="285750" y="4504055"/>
            <a:ext cx="2372360" cy="599440"/>
            <a:chOff x="285750" y="4504055"/>
            <a:chExt cx="2372360" cy="599440"/>
          </a:xfrm>
        </p:grpSpPr>
        <p:sp>
          <p:nvSpPr>
            <p:cNvPr id="363" name="Google Shape;363;p10"/>
            <p:cNvSpPr txBox="1"/>
            <p:nvPr/>
          </p:nvSpPr>
          <p:spPr>
            <a:xfrm>
              <a:off x="285750" y="4504055"/>
              <a:ext cx="1098550" cy="3384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메뉴경로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" name="Google Shape;364;p10"/>
            <p:cNvSpPr txBox="1"/>
            <p:nvPr/>
          </p:nvSpPr>
          <p:spPr>
            <a:xfrm>
              <a:off x="285750" y="4835525"/>
              <a:ext cx="2372360" cy="2679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(관리자 웹) 로그인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5" name="Google Shape;365;p10"/>
          <p:cNvSpPr txBox="1"/>
          <p:nvPr/>
        </p:nvSpPr>
        <p:spPr>
          <a:xfrm>
            <a:off x="285750" y="2981960"/>
            <a:ext cx="1005840" cy="33845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  <a:defRPr/>
            </a:pPr>
            <a:r>
              <a:rPr lang="ko-KR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화면개요</a:t>
            </a:r>
            <a:endParaRPr sz="16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0" name="그림 369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922000" y="1075027"/>
            <a:ext cx="4800000" cy="30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2048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CD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0"/>
          <p:cNvSpPr/>
          <p:nvPr/>
        </p:nvSpPr>
        <p:spPr>
          <a:xfrm>
            <a:off x="0" y="0"/>
            <a:ext cx="2743835" cy="6858635"/>
          </a:xfrm>
          <a:prstGeom prst="rect">
            <a:avLst/>
          </a:prstGeom>
          <a:solidFill>
            <a:srgbClr val="0090D0"/>
          </a:solidFill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  <a:defRPr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0"/>
          <p:cNvSpPr/>
          <p:nvPr/>
        </p:nvSpPr>
        <p:spPr>
          <a:xfrm>
            <a:off x="2743200" y="5172075"/>
            <a:ext cx="7163435" cy="16865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  <a:defRPr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0"/>
          <p:cNvSpPr txBox="1"/>
          <p:nvPr/>
        </p:nvSpPr>
        <p:spPr>
          <a:xfrm>
            <a:off x="3020060" y="5412740"/>
            <a:ext cx="1005840" cy="33909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600" b="1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화면설명</a:t>
            </a:r>
            <a:endParaRPr sz="1600" b="1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347" name="Google Shape;347;p10"/>
          <p:cNvSpPr txBox="1"/>
          <p:nvPr/>
        </p:nvSpPr>
        <p:spPr>
          <a:xfrm>
            <a:off x="3020060" y="5781675"/>
            <a:ext cx="6688455" cy="998219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200">
                <a:solidFill>
                  <a:schemeClr val="dk1"/>
                </a:solidFill>
                <a:latin typeface="맑은 고딕"/>
                <a:cs typeface="Calibri"/>
                <a:sym typeface="Calibri"/>
              </a:rPr>
              <a:t>❶</a:t>
            </a:r>
            <a:r>
              <a:rPr lang="ko-KR" sz="1200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 위험도 분포 요약: 안정·주의·심각 인원수 집계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200">
                <a:solidFill>
                  <a:schemeClr val="dk1"/>
                </a:solidFill>
                <a:latin typeface="맑은 고딕"/>
                <a:cs typeface="Calibri"/>
                <a:sym typeface="Calibri"/>
              </a:rPr>
              <a:t>❷</a:t>
            </a:r>
            <a:r>
              <a:rPr lang="ko-KR" sz="1200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~❸ 조회 조건: 위험도 필터, 이름·이메일 검색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200">
                <a:solidFill>
                  <a:schemeClr val="dk1"/>
                </a:solidFill>
                <a:latin typeface="맑은 고딕"/>
                <a:cs typeface="Calibri"/>
                <a:sym typeface="Calibri"/>
              </a:rPr>
              <a:t>❹</a:t>
            </a:r>
            <a:r>
              <a:rPr lang="ko-KR" sz="1200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 대상자 목록: 심각·주의 우선 정렬, 평가일시·점수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200">
                <a:solidFill>
                  <a:schemeClr val="dk1"/>
                </a:solidFill>
                <a:latin typeface="맑은 고딕"/>
                <a:cs typeface="Calibri"/>
                <a:sym typeface="Calibri"/>
              </a:rPr>
              <a:t>❺</a:t>
            </a:r>
            <a:r>
              <a:rPr lang="ko-KR" sz="1200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 대상자 상세: 기간별 감정 스코어·라이프로그 차트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ko-KR" sz="1200">
                <a:solidFill>
                  <a:schemeClr val="dk1"/>
                </a:solidFill>
                <a:latin typeface="맑은 고딕"/>
                <a:cs typeface="Calibri"/>
                <a:sym typeface="Calibri"/>
              </a:rPr>
              <a:t>❻</a:t>
            </a:r>
            <a:r>
              <a:rPr lang="ko-KR" sz="1200">
                <a:solidFill>
                  <a:schemeClr val="dk1"/>
                </a:solidFill>
                <a:latin typeface="맑은 고딕"/>
                <a:ea typeface="맑은 고딕"/>
                <a:cs typeface="Calibri"/>
                <a:sym typeface="Calibri"/>
              </a:rPr>
              <a:t> 위기 사건 조회 · ❼ 관리자 권한 계정만 접근 가능</a:t>
            </a:r>
            <a:endParaRPr sz="1200">
              <a:solidFill>
                <a:schemeClr val="dk1"/>
              </a:solidFill>
              <a:latin typeface="맑은 고딕"/>
              <a:ea typeface="맑은 고딕"/>
              <a:cs typeface="Calibri"/>
              <a:sym typeface="Calibri"/>
            </a:endParaRPr>
          </a:p>
        </p:txBody>
      </p:sp>
      <p:sp>
        <p:nvSpPr>
          <p:cNvPr id="348" name="Google Shape;348;p10"/>
          <p:cNvSpPr/>
          <p:nvPr/>
        </p:nvSpPr>
        <p:spPr>
          <a:xfrm>
            <a:off x="0" y="0"/>
            <a:ext cx="2743835" cy="6858635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  <a:defRPr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9" name="Google Shape;349;p10"/>
          <p:cNvGrpSpPr/>
          <p:nvPr/>
        </p:nvGrpSpPr>
        <p:grpSpPr>
          <a:xfrm>
            <a:off x="285750" y="435610"/>
            <a:ext cx="2171700" cy="607695"/>
            <a:chOff x="285750" y="435610"/>
            <a:chExt cx="2171700" cy="607695"/>
          </a:xfrm>
        </p:grpSpPr>
        <p:sp>
          <p:nvSpPr>
            <p:cNvPr id="350" name="Google Shape;350;p10"/>
            <p:cNvSpPr txBox="1"/>
            <p:nvPr/>
          </p:nvSpPr>
          <p:spPr>
            <a:xfrm>
              <a:off x="285750" y="435610"/>
              <a:ext cx="873125" cy="3384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화면 ID 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" name="Google Shape;351;p10"/>
            <p:cNvSpPr txBox="1"/>
            <p:nvPr/>
          </p:nvSpPr>
          <p:spPr>
            <a:xfrm>
              <a:off x="285750" y="766445"/>
              <a:ext cx="2171700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ADMIN_DASH_01</a:t>
              </a:r>
              <a:r>
                <a:rPr lang="en-US" alt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/>
              </a: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/>
              </a:r>
            </a:p>
          </p:txBody>
        </p:sp>
      </p:grpSp>
      <p:grpSp>
        <p:nvGrpSpPr>
          <p:cNvPr id="352" name="Google Shape;352;p10"/>
          <p:cNvGrpSpPr/>
          <p:nvPr/>
        </p:nvGrpSpPr>
        <p:grpSpPr>
          <a:xfrm>
            <a:off x="285750" y="1318260"/>
            <a:ext cx="2171700" cy="594340"/>
            <a:chOff x="285750" y="1318260"/>
            <a:chExt cx="2171700" cy="594340"/>
          </a:xfrm>
        </p:grpSpPr>
        <p:sp>
          <p:nvSpPr>
            <p:cNvPr id="353" name="Google Shape;353;p10"/>
            <p:cNvSpPr txBox="1"/>
            <p:nvPr/>
          </p:nvSpPr>
          <p:spPr>
            <a:xfrm>
              <a:off x="285750" y="1318260"/>
              <a:ext cx="1005840" cy="3384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화면이름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" name="Google Shape;354;p10"/>
            <p:cNvSpPr txBox="1"/>
            <p:nvPr/>
          </p:nvSpPr>
          <p:spPr>
            <a:xfrm>
              <a:off x="285750" y="1649730"/>
              <a:ext cx="2171700" cy="2628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altLang="en-US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관리자 관제 대시보드</a:t>
              </a:r>
            </a:p>
          </p:txBody>
        </p:sp>
      </p:grpSp>
      <p:grpSp>
        <p:nvGrpSpPr>
          <p:cNvPr id="355" name="Google Shape;355;p10"/>
          <p:cNvGrpSpPr/>
          <p:nvPr/>
        </p:nvGrpSpPr>
        <p:grpSpPr>
          <a:xfrm>
            <a:off x="285750" y="2148205"/>
            <a:ext cx="2171700" cy="607695"/>
            <a:chOff x="285750" y="2386330"/>
            <a:chExt cx="2171700" cy="607695"/>
          </a:xfrm>
        </p:grpSpPr>
        <p:sp>
          <p:nvSpPr>
            <p:cNvPr id="356" name="Google Shape;356;p10"/>
            <p:cNvSpPr txBox="1"/>
            <p:nvPr/>
          </p:nvSpPr>
          <p:spPr>
            <a:xfrm>
              <a:off x="285750" y="2386330"/>
              <a:ext cx="1898650" cy="3384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관련 유스케이스 ID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" name="Google Shape;357;p10"/>
            <p:cNvSpPr txBox="1"/>
            <p:nvPr/>
          </p:nvSpPr>
          <p:spPr>
            <a:xfrm>
              <a:off x="285750" y="2717165"/>
              <a:ext cx="21717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MLCM_501</a:t>
              </a:r>
              <a:r>
                <a:rPr lang="en-US" alt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/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8" name="Google Shape;358;p10"/>
          <p:cNvGrpSpPr/>
          <p:nvPr/>
        </p:nvGrpSpPr>
        <p:grpSpPr>
          <a:xfrm>
            <a:off x="285750" y="5814695"/>
            <a:ext cx="2171700" cy="607695"/>
            <a:chOff x="285750" y="5814695"/>
            <a:chExt cx="2171700" cy="607695"/>
          </a:xfrm>
        </p:grpSpPr>
        <p:sp>
          <p:nvSpPr>
            <p:cNvPr id="359" name="Google Shape;359;p10"/>
            <p:cNvSpPr txBox="1"/>
            <p:nvPr/>
          </p:nvSpPr>
          <p:spPr>
            <a:xfrm>
              <a:off x="285750" y="5814695"/>
              <a:ext cx="800735" cy="3384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작성자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" name="Google Shape;360;p10"/>
            <p:cNvSpPr txBox="1"/>
            <p:nvPr/>
          </p:nvSpPr>
          <p:spPr>
            <a:xfrm>
              <a:off x="285750" y="6145530"/>
              <a:ext cx="2171700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팀장 – 이응균 / 팀원 - 함은선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1" name="Google Shape;361;p10"/>
          <p:cNvSpPr txBox="1"/>
          <p:nvPr/>
        </p:nvSpPr>
        <p:spPr>
          <a:xfrm>
            <a:off x="285750" y="3316605"/>
            <a:ext cx="2380615" cy="63434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  <a:defRPr/>
            </a:pPr>
            <a:endParaRPr lang="ko-KR" altLang="en-US"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  <a:defRPr/>
            </a:pPr>
            <a:r>
              <a:rPr lang="ko-KR" alt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관리자가 전체 사용자의 위험도 분포를 요약 조회하고 고위험군을 우선 식별하는 웹 화면</a:t>
            </a:r>
          </a:p>
        </p:txBody>
      </p:sp>
      <p:grpSp>
        <p:nvGrpSpPr>
          <p:cNvPr id="362" name="Google Shape;362;p10"/>
          <p:cNvGrpSpPr/>
          <p:nvPr/>
        </p:nvGrpSpPr>
        <p:grpSpPr>
          <a:xfrm>
            <a:off x="285750" y="4504055"/>
            <a:ext cx="2372360" cy="599440"/>
            <a:chOff x="285750" y="4504055"/>
            <a:chExt cx="2372360" cy="599440"/>
          </a:xfrm>
        </p:grpSpPr>
        <p:sp>
          <p:nvSpPr>
            <p:cNvPr id="363" name="Google Shape;363;p10"/>
            <p:cNvSpPr txBox="1"/>
            <p:nvPr/>
          </p:nvSpPr>
          <p:spPr>
            <a:xfrm>
              <a:off x="285750" y="4504055"/>
              <a:ext cx="1098550" cy="3384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메뉴경로</a:t>
              </a:r>
              <a:endPara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" name="Google Shape;364;p10"/>
            <p:cNvSpPr txBox="1"/>
            <p:nvPr/>
          </p:nvSpPr>
          <p:spPr>
            <a:xfrm>
              <a:off x="285750" y="4835525"/>
              <a:ext cx="2372360" cy="2679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libri"/>
                <a:buNone/>
                <a:defRPr/>
              </a:pPr>
              <a:r>
                <a:rPr lang="ko-KR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(관리자 웹) 관제 대시보드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5" name="Google Shape;365;p10"/>
          <p:cNvSpPr txBox="1"/>
          <p:nvPr/>
        </p:nvSpPr>
        <p:spPr>
          <a:xfrm>
            <a:off x="285750" y="2981960"/>
            <a:ext cx="1005840" cy="33845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libri"/>
              <a:buNone/>
              <a:defRPr/>
            </a:pPr>
            <a:r>
              <a:rPr lang="ko-KR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화면개요</a:t>
            </a:r>
            <a:endParaRPr sz="16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0" name="그림 369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922000" y="1075027"/>
            <a:ext cx="4800000" cy="30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2048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44450">
          <a:solidFill>
            <a:srgbClr val="000000">
              <a:alpha val="100000"/>
            </a:srgbClr>
          </a:solidFill>
          <a:headEnd type="triangl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1458</Words>
  <Application>Microsoft Office PowerPoint</Application>
  <PresentationFormat>A4 용지(210x297mm)</PresentationFormat>
  <Paragraphs>331</Paragraphs>
  <Slides>15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0" baseType="lpstr">
      <vt:lpstr>Malgun Gothic</vt:lpstr>
      <vt:lpstr>Malgun Gothic</vt:lpstr>
      <vt:lpstr>Arial</vt:lpstr>
      <vt:lpstr>Calibri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smhrd</dc:creator>
  <cp:lastModifiedBy>smhrd1</cp:lastModifiedBy>
  <cp:revision>29</cp:revision>
  <dcterms:modified xsi:type="dcterms:W3CDTF">2026-07-31T08:39:29Z</dcterms:modified>
  <cp:version/>
</cp:coreProperties>
</file>